
<file path=[Content_Types].xml><?xml version="1.0" encoding="utf-8"?>
<Types xmlns="http://schemas.openxmlformats.org/package/2006/content-types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p="http://schemas.openxmlformats.org/presentationml/2006/main" xmlns:r="http://schemas.openxmlformats.org/officeDocument/2006/relationships" xmlns:vt="http://schemas.openxmlformats.org/officeDocument/2006/docPropsVTypes"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theme+xml" PartName="/ppt/theme/theme1.xml"/>
  <Override ContentType="application/vnd.openxmlformats-officedocument.presentationml.tags+xml" PartName="/ppt/tags/tag1.xml"/>
  <Override ContentType="application/vnd.openxmlformats-officedocument.presentationml.tags+xml" PartName="/ppt/tags/tag2.xml"/>
  <Override ContentType="application/vnd.openxmlformats-officedocument.presentationml.tags+xml" PartName="/ppt/tags/tag3.xml"/>
  <Override ContentType="application/vnd.openxmlformats-officedocument.presentationml.notesMaster+xml" PartName="/ppt/notesMasters/notesMaster1.xml"/>
  <Override ContentType="application/vnd.openxmlformats-officedocument.theme+xml" PartName="/ppt/theme/theme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Default ContentType="image/png" Extension="png"/>
  <Default ContentType="image/jpeg" Extension="jpeg"/>
  <Override ContentType="application/x-fontdata" PartName="/ppt/fonts/font1.fntdata"/>
  <Override ContentType="application/x-fontdata" PartName="/ppt/fonts/font2.fntdata"/>
  <Override ContentType="application/x-fontdata" PartName="/ppt/fonts/font3.fntdata"/>
  <Override ContentType="application/x-fontdata" PartName="/ppt/fonts/font4.fntdata"/>
  <Override ContentType="application/x-fontdata" PartName="/ppt/fonts/font5.fntdata"/>
  <Override ContentType="application/x-fontdata" PartName="/ppt/fonts/font6.fntdata"/>
  <Override ContentType="application/x-fontdata" PartName="/ppt/fonts/font7.fntdata"/>
  <Override ContentType="application/vnd.openxmlformats-officedocument.presentationml.tags+xml" PartName="/ppt/tags/tag4.xml"/>
  <Override ContentType="application/vnd.openxmlformats-officedocument.presentationml.presentation.main+xml" PartName="/ppt/presentation.xml"/>
  <Default ContentType="application/xml" Extension="xml"/>
  <Default ContentType="application/vnd.openxmlformats-package.relationships+xml" Extension="rels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/ppt/media/image1.jpeg" Type="http://schemas.openxmlformats.org/officeDocument/2006/relationships/image"/><Relationship Id="rId2" Target="/ppt/media/image2.png" Type="http://schemas.openxmlformats.org/officeDocument/2006/relationships/image"/><Relationship Id="rId3" Target="/ppt/media/image3.png" Type="http://schemas.openxmlformats.org/officeDocument/2006/relationships/image"/><Relationship Id="rId4" Target="/ppt/media/image4.png" Type="http://schemas.openxmlformats.org/officeDocument/2006/relationships/image"/><Relationship Id="rId5" Target="/ppt/media/image5.png" Type="http://schemas.openxmlformats.org/officeDocument/2006/relationships/image"/><Relationship Id="rId6" Target="/ppt/media/image6.png" Type="http://schemas.openxmlformats.org/officeDocument/2006/relationships/image"/><Relationship Id="rId7" Target="/ppt/media/image7.png" Type="http://schemas.openxmlformats.org/officeDocument/2006/relationships/image"/><Relationship Id="rId8" Target="/ppt/media/image8.png" Type="http://schemas.openxmlformats.org/officeDocument/2006/relationships/image"/><Relationship Id="rId9" Target="/ppt/media/image9.png" Type="http://schemas.openxmlformats.org/officeDocument/2006/relationships/image"/><Relationship Id="rId10" Target="/ppt/media/image10.png" Type="http://schemas.openxmlformats.org/officeDocument/2006/relationships/image"/><Relationship Id="rId11" Target="/ppt/media/image11.png" Type="http://schemas.openxmlformats.org/officeDocument/2006/relationships/image"/><Relationship Id="rId12" Target="ppt/media/img_cc_black.png" Type="http://schemas.openxmlformats.org/officeDocument/2006/relationships/image"/><Relationship Id="rId13" Target="ppt/presentation.xml" Type="http://schemas.openxmlformats.org/officeDocument/2006/relationships/officeDocument"/><Relationship Id="rId14" Target="docProps/core.xml" Type="http://schemas.openxmlformats.org/package/2006/relationships/metadata/core-properties"/><Relationship Id="rId15" Target="docProps/app.xml" Type="http://schemas.openxmlformats.org/officeDocument/2006/relationships/extended-properties"/></Relationships>
</file>

<file path=ppt/presentation.xml><?xml version="1.0" encoding="utf-8"?>
<p:presentation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embedTrueTypeFonts="1" saveSubsetFonts="1">
  <p:sldMasterIdLst>
    <p:sldMasterId id="2147483648" r:id="rId1"/>
  </p:sldMasterIdLst>
  <p:notesMasterIdLst>
    <p:notesMasterId r:id="rId3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x="9144000" cy="5143500" type="screen16x9"/>
  <p:notesSz cx="9144000" cy="5143500"/>
  <p:embeddedFontLst>
    <p:embeddedFont>
      <p:font typeface="Cabin"/>
      <p:regular r:id="rId18"/>
      <p:bold r:id="rId19"/>
    </p:embeddedFont>
    <p:embeddedFont>
      <p:font typeface="Lato"/>
      <p:regular r:id="rId20"/>
      <p:bold r:id="rId21"/>
    </p:embeddedFont>
    <p:embeddedFont>
      <p:font typeface="Open Sans-demi_bold"/>
      <p:regular r:id="rId23"/>
    </p:embeddedFont>
    <p:embeddedFont>
      <p:font typeface="Open Sans"/>
      <p:regular r:id="rId22"/>
      <p:bold r:id="rId24"/>
    </p:embeddedFont>
  </p:embeddedFontLst>
  <p:custDataLst>
    <p:tags r:id="rId25"/>
  </p:custDataLst>
  <p:defaultTextStyle>
    <a:defPPr>
      <a:defRPr lang="en-US"/>
    </a:defPPr>
    <a:lvl1pPr algn="l" lvl="0" marL="0" rtl="false">
      <a:defRPr dirty="0" lang="en-US" sz="1800">
        <a:solidFill>
          <a:schemeClr val="tx1"/>
        </a:solidFill>
        <a:latin typeface="+mn-lt"/>
      </a:defRPr>
    </a:lvl1pPr>
    <a:lvl2pPr algn="l" lvl="1" marL="457200" rtl="false">
      <a:defRPr dirty="0" lang="en-US" sz="1800">
        <a:solidFill>
          <a:schemeClr val="tx1"/>
        </a:solidFill>
        <a:latin typeface="+mn-lt"/>
      </a:defRPr>
    </a:lvl2pPr>
    <a:lvl3pPr algn="l" lvl="2" marL="914400" rtl="false">
      <a:defRPr dirty="0" lang="en-US" sz="1800">
        <a:solidFill>
          <a:schemeClr val="tx1"/>
        </a:solidFill>
        <a:latin typeface="+mn-lt"/>
      </a:defRPr>
    </a:lvl3pPr>
    <a:lvl4pPr algn="l" lvl="3" marL="1371600" rtl="false">
      <a:defRPr dirty="0" lang="en-US" sz="1800">
        <a:solidFill>
          <a:schemeClr val="tx1"/>
        </a:solidFill>
        <a:latin typeface="+mn-lt"/>
      </a:defRPr>
    </a:lvl4pPr>
    <a:lvl5pPr algn="l" lvl="4" marL="1828800" rtl="false">
      <a:defRPr dirty="0" lang="en-US" sz="1800">
        <a:solidFill>
          <a:schemeClr val="tx1"/>
        </a:solidFill>
        <a:latin typeface="+mn-lt"/>
      </a:defRPr>
    </a:lvl5pPr>
    <a:lvl6pPr algn="l" lvl="5" marL="2286000" rtl="false">
      <a:defRPr dirty="0" lang="en-US" sz="1800">
        <a:solidFill>
          <a:schemeClr val="tx1"/>
        </a:solidFill>
        <a:latin typeface="+mn-lt"/>
      </a:defRPr>
    </a:lvl6pPr>
    <a:lvl7pPr algn="l" lvl="6" marL="2743200" rtl="false">
      <a:defRPr dirty="0" lang="en-US" sz="1800">
        <a:solidFill>
          <a:schemeClr val="tx1"/>
        </a:solidFill>
        <a:latin typeface="+mn-lt"/>
      </a:defRPr>
    </a:lvl7pPr>
    <a:lvl8pPr algn="l" lvl="7" marL="3200400" rtl="false">
      <a:defRPr dirty="0" lang="en-US" sz="1800">
        <a:solidFill>
          <a:schemeClr val="tx1"/>
        </a:solidFill>
        <a:latin typeface="+mn-lt"/>
      </a:defRPr>
    </a:lvl8pPr>
    <a:lvl9pPr algn="l" lvl="8" marL="3657600" rtl="false">
      <a:defRPr dirty="0" lang="en-US" sz="1800">
        <a:solidFill>
          <a:schemeClr val="tx1"/>
        </a:solidFill>
        <a:latin typeface="+mn-lt"/>
      </a:defRPr>
    </a:lvl9pPr>
  </p:defaultTextStyle>
</p:presentation>
</file>

<file path=ppt/presProps.xml><?xml version="1.0" encoding="utf-8"?>
<p:presentationPr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>
  <p:showPr showNarration="1">
    <p:sldAll/>
  </p:showPr>
</p:presentationPr>
</file>

<file path=ppt/tableStyles.xml><?xml version="1.0" encoding="utf-8"?>
<a:tblStyleLst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p="http://schemas.openxmlformats.org/presentationml/2006/main" xmlns:r="http://schemas.openxmlformats.org/officeDocument/2006/relationships" xmlns:vt="http://schemas.openxmlformats.org/officeDocument/2006/docPropsVTypes" def="{5C22544A-7EE6-4342-B048-85BDC9FD1C3A}"/>
</file>

<file path=ppt/viewProps.xml><?xml version="1.0" encoding="utf-8"?>
<p:viewPr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>
  <p:normalViewPr showOutlineIcons="false">
    <p:restoredLeft sz="15620"/>
    <p:restoredTop sz="94660"/>
  </p:normalViewPr>
  <p:slideViewPr>
    <p:cSldViewPr>
      <p:cViewPr varScale="true">
        <p:scale>
          <a:sx d="100" n="73"/>
          <a:sy d="100" n="73"/>
        </p:scale>
        <p:origin x="-1110" y="-102"/>
      </p:cViewPr>
      <p:guideLst>
        <p:guide orient="horz" pos="2160"/>
        <p:guide pos="2880"/>
      </p:guideLst>
    </p:cSldViewPr>
  </p:slideViewPr>
  <p:notesTextViewPr>
    <p:cViewPr>
      <p:scale>
        <a:sx d="100" n="100"/>
        <a:sy d="100" n="100"/>
      </p:scale>
      <p:origin x="0" y="0"/>
    </p:cViewPr>
  </p:notesTextViewPr>
  <p:gridSpacing cx="78028800" cy="780288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2" Target="theme/theme1.xml" Type="http://schemas.openxmlformats.org/officeDocument/2006/relationships/theme"/><Relationship Id="rId3" Target="notesMasters/notesMaster1.xml" Type="http://schemas.openxmlformats.org/officeDocument/2006/relationships/notesMaster"/><Relationship Id="rId4" Target="theme/theme2.xml" Type="http://schemas.openxmlformats.org/officeDocument/2006/relationships/theme"/><Relationship Id="rId5" Target="slides/slide1.xml" Type="http://schemas.openxmlformats.org/officeDocument/2006/relationships/slide"/><Relationship Id="rId6" Target="slides/slide2.xml" Type="http://schemas.openxmlformats.org/officeDocument/2006/relationships/slide"/><Relationship Id="rId7" Target="slides/slide3.xml" Type="http://schemas.openxmlformats.org/officeDocument/2006/relationships/slide"/><Relationship Id="rId8" Target="slides/slide4.xml" Type="http://schemas.openxmlformats.org/officeDocument/2006/relationships/slide"/><Relationship Id="rId9" Target="slides/slide5.xml" Type="http://schemas.openxmlformats.org/officeDocument/2006/relationships/slide"/><Relationship Id="rId10" Target="slides/slide6.xml" Type="http://schemas.openxmlformats.org/officeDocument/2006/relationships/slide"/><Relationship Id="rId11" Target="slides/slide7.xml" Type="http://schemas.openxmlformats.org/officeDocument/2006/relationships/slide"/><Relationship Id="rId12" Target="slides/slide8.xml" Type="http://schemas.openxmlformats.org/officeDocument/2006/relationships/slide"/><Relationship Id="rId13" Target="slides/slide9.xml" Type="http://schemas.openxmlformats.org/officeDocument/2006/relationships/slide"/><Relationship Id="rId14" Target="slides/slide10.xml" Type="http://schemas.openxmlformats.org/officeDocument/2006/relationships/slide"/><Relationship Id="rId15" Target="slides/slide11.xml" Type="http://schemas.openxmlformats.org/officeDocument/2006/relationships/slide"/><Relationship Id="rId16" Target="slides/slide12.xml" Type="http://schemas.openxmlformats.org/officeDocument/2006/relationships/slide"/><Relationship Id="rId17" Target="tableStyles.xml" Type="http://schemas.openxmlformats.org/officeDocument/2006/relationships/tableStyles"/><Relationship Id="rId18" Target="fonts/font1.fntdata" Type="http://schemas.openxmlformats.org/officeDocument/2006/relationships/font"/><Relationship Id="rId19" Target="fonts/font2.fntdata" Type="http://schemas.openxmlformats.org/officeDocument/2006/relationships/font"/><Relationship Id="rId20" Target="fonts/font3.fntdata" Type="http://schemas.openxmlformats.org/officeDocument/2006/relationships/font"/><Relationship Id="rId21" Target="fonts/font4.fntdata" Type="http://schemas.openxmlformats.org/officeDocument/2006/relationships/font"/><Relationship Id="rId22" Target="fonts/font5.fntdata" Type="http://schemas.openxmlformats.org/officeDocument/2006/relationships/font"/><Relationship Id="rId23" Target="fonts/font6.fntdata" Type="http://schemas.openxmlformats.org/officeDocument/2006/relationships/font"/><Relationship Id="rId24" Target="fonts/font7.fntdata" Type="http://schemas.openxmlformats.org/officeDocument/2006/relationships/font"/><Relationship Id="rId25" Target="tags/tag4.xml" Type="http://schemas.openxmlformats.org/officeDocument/2006/relationships/tags"/><Relationship Id="rId26" Target="presProps.xml" Type="http://schemas.openxmlformats.org/officeDocument/2006/relationships/presProps"/><Relationship Id="rId27" Target="viewProps.xml" Type="http://schemas.openxmlformats.org/officeDocument/2006/relationships/viewProps"/></Relationships>
</file>

<file path=ppt/notesMasters/_rels/notesMaster1.xml.rels><?xml version="1.0" encoding="UTF-8" standalone="no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sz="quarter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bIns="45720" lIns="91440" rIns="91440" rtlCol="0" tIns="45720" vert="horz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idx="1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bIns="45720" lIns="91440" rIns="91440" rtlCol="0" tIns="45720" vert="horz"/>
          <a:lstStyle>
            <a:lvl1pPr algn="r">
              <a:defRPr sz="1200"/>
            </a:lvl1pPr>
          </a:lstStyle>
          <a:p>
            <a:fld id="{44B65459-4C01-9248-BDAA-F28591FAF6F5}" type="datetimeFigureOut">
              <a:rPr lang="en-US" smtClean="0"/>
              <a:t>4/4/17</a:t>
            </a:fld>
            <a:endParaRPr lang="en-US"/>
          </a:p>
        </p:txBody>
      </p:sp>
      <p:sp>
        <p:nvSpPr>
          <p:cNvPr id="4" name="Slide Image Placeholder 3"/>
          <p:cNvSpPr>
            <a:spLocks noChangeAspect="1" noGrp="1" noRot="1"/>
          </p:cNvSpPr>
          <p:nvPr>
            <p:ph idx="2"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anchor="ctr" bIns="45720" lIns="91440" rIns="91440" rtlCol="0" tIns="45720" vert="horz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idx="3" sz="quarter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bIns="45720" lIns="91440" rIns="91440" rtlCol="0" tIns="45720" vert="horz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idx="4" sz="quarter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anchor="b" bIns="45720" lIns="91440" rIns="91440" rtlCol="0" tIns="45720" vert="horz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idx="5" sz="quarter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anchor="b" bIns="45720" lIns="91440" rIns="91440" rtlCol="0" tIns="45720" vert="horz"/>
          <a:lstStyle>
            <a:lvl1pPr algn="r">
              <a:defRPr sz="1200"/>
            </a:lvl1pPr>
          </a:lstStyle>
          <a:p>
            <a:fld id="{69327042-6B61-B148-8485-8BBBFAA13D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321138"/>
      </p:ext>
    </p:extLst>
  </p:cSld>
  <p:clrMap accent1="accent1" accent2="accent2" accent3="accent3" accent4="accent4" accent5="accent5" accent6="accent6" bg1="lt1" bg2="lt2" folHlink="folHlink" hlink="hlink" tx1="dk1" tx2="dk2"/>
  <p:notesStyle>
    <a:lvl1pPr algn="l" defTabSz="914400" eaLnBrk="1" hangingPunct="1" latinLnBrk="0" marL="0" rtl="0">
      <a:defRPr kern="1200" sz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200">
        <a:solidFill>
          <a:schemeClr val="tx1"/>
        </a:solidFill>
        <a:latin typeface="+mn-lt"/>
        <a:ea typeface="+mn-ea"/>
        <a:cs typeface="+mn-cs"/>
      </a:defRPr>
    </a:lvl9pPr>
  </p:notesStyle>
</p:notesMaster>
<!-- $Id$ --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2" Target="../tags/tag1.xml" Type="http://schemas.openxmlformats.org/officeDocument/2006/relationships/tags"/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2" Target="../tags/tag2.xml" Type="http://schemas.openxmlformats.org/officeDocument/2006/relationships/tags"/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2" Target="../tags/tag3.xml" Type="http://schemas.openxmlformats.org/officeDocument/2006/relationships/tags"/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showMasterSp="true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2C9399F6-10BB-4689-87BE-F539CBE425AB}">
                <a16:creationId xmlns:a16="http://schemas.microsoft.com/office/drawing/2010/main" id="{708D0B88-D371-4A5E-9F1E-2A41954EC47C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 rot="0">
            <a:off x="4036980" y="1575006"/>
            <a:ext cx="4191000" cy="666750"/>
          </a:xfrm>
          <a:prstGeom prst="rect">
            <a:avLst/>
          </a:prstGeom>
        </p:spPr>
        <p:txBody>
          <a:bodyPr anchor="b" rtlCol="0"/>
          <a:lstStyle>
            <a:lvl1pPr algn="ctr" lvl="0"/>
          </a:lstStyle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hidden="false" id="3" name="Subtitle 2">
            <a:extLst>
              <a:ext uri="{6F73B145-708F-489E-906F-933A9AA51BF9}">
                <a16:creationId xmlns:a16="http://schemas.microsoft.com/office/drawing/2010/main" id="{EA9049CC-0A96-4775-BF3F-3478B8270CFB}"/>
              </a:ext>
            </a:extLst>
          </p:cNvPr>
          <p:cNvSpPr>
            <a:spLocks noGrp="true"/>
          </p:cNvSpPr>
          <p:nvPr>
            <p:ph idx="1" type="subTitle"/>
          </p:nvPr>
        </p:nvSpPr>
        <p:spPr>
          <a:xfrm rot="0">
            <a:off x="4023083" y="2457450"/>
            <a:ext cx="4191000" cy="476250"/>
          </a:xfrm>
          <a:prstGeom prst="rect">
            <a:avLst/>
          </a:prstGeom>
        </p:spPr>
        <p:txBody>
          <a:bodyPr anchor="t" lIns="91440" rtlCol="0">
            <a:noAutofit/>
          </a:bodyPr>
          <a:lstStyle>
            <a:lvl1pPr algn="ctr" lvl="0">
              <a:buNone/>
              <a:defRPr dirty="0" lang="en-US" sz="1400"/>
            </a:lvl1pPr>
            <a:lvl2pPr lvl="1"/>
            <a:lvl3pPr lvl="2"/>
            <a:lvl4pPr lvl="3"/>
            <a:lvl5pPr lvl="4"/>
            <a:lvl6pPr lvl="5"/>
            <a:lvl7pPr lvl="6"/>
            <a:lvl8pPr lvl="7"/>
            <a:lvl9pPr lvl="8"/>
          </a:lstStyle>
          <a:p>
            <a:pPr/>
            <a:r>
              <a:rPr dirty="0" lang="en-US"/>
              <a:t>Click to edit Master subtitle style</a:t>
            </a:r>
            <a:endParaRPr dirty="0" lang="en-US"/>
          </a:p>
        </p:txBody>
      </p:sp>
      <p:sp>
        <p:nvSpPr>
          <p:cNvPr id="4" name="Slide Number Placeholder 5">
            <a:extLst>
              <a:ext uri="{7184807B-6C71-4D9E-98CC-4A7CB786031C}">
                <a16:creationId xmlns:a16="http://schemas.microsoft.com/office/drawing/2010/main" id="{BC27C483-A1D3-4289-992B-D4CFEFF50749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>
            <a:lvl1pPr lvl="0"/>
          </a:lstStyle>
          <a:p>
            <a:pPr/>
            <a:r>
              <a:rPr dirty="0" lang="en-US"/>
              <a:t>&lt;#&gt;</a:t>
            </a:r>
            <a:endParaRPr dirty="0" lang="en-US"/>
          </a:p>
        </p:txBody>
      </p:sp>
      <p:sp>
        <p:nvSpPr>
          <p:cNvPr id="5" name="Footer Placeholder 4">
            <a:extLst>
              <a:ext uri="{353C74D4-65C7-42D4-98DA-B33D88935394}">
                <a16:creationId xmlns:a16="http://schemas.microsoft.com/office/drawing/2010/main" id="{A23ADB15-9672-46A0-B5E2-A1E7C0C8C873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>
            <a:lvl1pPr lvl="0"/>
          </a:lstStyle>
          <a:p>
            <a:pPr/>
            <a:r>
              <a:rPr dirty="0" lang="en-US"/>
              <a:t>Footer</a:t>
            </a:r>
            <a:endParaRPr dirty="0" lang="en-US"/>
          </a:p>
        </p:txBody>
      </p:sp>
      <p:sp>
        <p:nvSpPr>
          <p:cNvPr id="6" name="Date Placeholder 3">
            <a:extLst>
              <a:ext uri="{2B8B8418-3D2F-431D-A959-AB71654FF36C}">
                <a16:creationId xmlns:a16="http://schemas.microsoft.com/office/drawing/2010/main" id="{492F333C-01A3-452B-A9A4-8046A06BD97E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>
            <a:lvl1pPr lvl="0"/>
          </a:lstStyle>
          <a:p>
            <a:pPr/>
            <a:r>
              <a:rPr dirty="0" lang="en-US"/>
              <a:t>Date</a:t>
            </a:r>
            <a:endParaRPr dirty="0" lang="en-US"/>
          </a:p>
        </p:txBody>
      </p:sp>
      <p:sp>
        <p:nvSpPr>
          <p:cNvPr id="7" name="shape-BE2F">
            <a:extLst>
              <a:ext uri="{06C7AB2B-246B-4414-A22C-58295B4617E6}">
                <a16:creationId xmlns:a16="http://schemas.microsoft.com/office/drawing/2010/main" id="{46E98744-77F1-4E69-87B8-E002AC131543}"/>
              </a:ext>
            </a:extLst>
          </p:cNvPr>
          <p:cNvSpPr/>
          <p:nvPr/>
        </p:nvSpPr>
        <p:spPr>
          <a:xfrm rot="0">
            <a:off x="0" y="-866"/>
            <a:ext cx="4294060" cy="5143500"/>
          </a:xfrm>
          <a:custGeom>
            <a:avLst/>
            <a:gdLst/>
            <a:ahLst/>
            <a:cxnLst/>
            <a:rect b="b" l="0" r="r" t="0"/>
            <a:pathLst>
              <a:path h="5143500" w="4294061">
                <a:moveTo>
                  <a:pt x="4294061" y="5143500"/>
                </a:moveTo>
                <a:lnTo>
                  <a:pt x="2416016" y="0"/>
                </a:lnTo>
                <a:lnTo>
                  <a:pt x="0" y="0"/>
                </a:lnTo>
                <a:lnTo>
                  <a:pt x="0" y="5143500"/>
                </a:lnTo>
              </a:path>
            </a:pathLst>
          </a:custGeom>
          <a:solidFill>
            <a:schemeClr val="bg2">
              <a:lumMod val="75000"/>
            </a:schemeClr>
          </a:solidFill>
        </p:spPr>
        <p:txBody>
          <a:bodyPr anchor="ctr" rtlCol="0">
            <a:noAutofit/>
          </a:bodyPr>
          <a:lstStyle/>
          <a:p>
            <a:pPr/>
            <a:r>
              <a:rPr dirty="0" lang="en-US"/>
              <a:t/>
            </a:r>
            <a:endParaRPr dirty="0" lang="en-US"/>
          </a:p>
        </p:txBody>
      </p:sp>
      <p:sp>
        <p:nvSpPr>
          <p:cNvPr id="8" name="shape-9B10">
            <a:extLst>
              <a:ext uri="{031703E9-E6CD-473A-A50F-AB93CC813672}">
                <a16:creationId xmlns:a16="http://schemas.microsoft.com/office/drawing/2010/main" id="{6C8DA189-812D-4E13-8670-A9F2E1C91899}"/>
              </a:ext>
            </a:extLst>
          </p:cNvPr>
          <p:cNvSpPr/>
          <p:nvPr/>
        </p:nvSpPr>
        <p:spPr>
          <a:xfrm rot="0">
            <a:off x="3388709" y="3791321"/>
            <a:ext cx="739997" cy="1351311"/>
          </a:xfrm>
          <a:custGeom>
            <a:avLst/>
            <a:gdLst/>
            <a:ahLst/>
            <a:cxnLst/>
            <a:rect b="b" l="0" r="r" t="0"/>
            <a:pathLst>
              <a:path h="1351312" w="739997">
                <a:moveTo>
                  <a:pt x="556641" y="1351312"/>
                </a:moveTo>
                <a:lnTo>
                  <a:pt x="0" y="0"/>
                </a:lnTo>
                <a:lnTo>
                  <a:pt x="739997" y="1351312"/>
                </a:lnTo>
              </a:path>
            </a:pathLst>
          </a:custGeom>
          <a:solidFill>
            <a:srgbClr val="4d4346"/>
          </a:solidFill>
        </p:spPr>
        <p:txBody>
          <a:bodyPr anchor="ctr" rtlCol="0">
            <a:noAutofit/>
          </a:bodyPr>
          <a:lstStyle/>
          <a:p>
            <a:pPr/>
            <a:r>
              <a:rPr dirty="0" lang="en-US"/>
              <a:t/>
            </a:r>
            <a:endParaRPr dirty="0" lang="en-US"/>
          </a:p>
        </p:txBody>
      </p:sp>
      <p:sp>
        <p:nvSpPr>
          <p:cNvPr id="9" name="shape-6CF3">
            <a:extLst>
              <a:ext uri="{3605F82F-A325-42A1-A81F-2C4CAC3EDB22}">
                <a16:creationId xmlns:a16="http://schemas.microsoft.com/office/drawing/2010/main" id="{3274F827-A307-4CEF-BEAA-E33CD5E293C3}"/>
              </a:ext>
            </a:extLst>
          </p:cNvPr>
          <p:cNvSpPr/>
          <p:nvPr/>
        </p:nvSpPr>
        <p:spPr>
          <a:xfrm rot="0">
            <a:off x="3388709" y="3791321"/>
            <a:ext cx="949261" cy="1351311"/>
          </a:xfrm>
          <a:custGeom>
            <a:avLst/>
            <a:gdLst/>
            <a:ahLst/>
            <a:cxnLst/>
            <a:rect b="b" l="0" r="r" t="0"/>
            <a:pathLst>
              <a:path h="1351312" w="949262">
                <a:moveTo>
                  <a:pt x="949262" y="1351312"/>
                </a:moveTo>
                <a:lnTo>
                  <a:pt x="0" y="0"/>
                </a:lnTo>
                <a:lnTo>
                  <a:pt x="739997" y="1351312"/>
                </a:lnTo>
              </a:path>
            </a:pathLst>
          </a:custGeom>
          <a:solidFill>
            <a:srgbClr val="6b5e62"/>
          </a:solidFill>
        </p:spPr>
        <p:txBody>
          <a:bodyPr anchor="ctr" rtlCol="0">
            <a:noAutofit/>
          </a:bodyPr>
          <a:lstStyle/>
          <a:p>
            <a:pPr/>
            <a:r>
              <a:rPr dirty="0" lang="en-US"/>
              <a:t/>
            </a:r>
            <a:endParaRPr dirty="0" lang="en-US"/>
          </a:p>
        </p:txBody>
      </p:sp>
      <p:sp>
        <p:nvSpPr>
          <p:cNvPr id="10" name="shape-4256">
            <a:extLst>
              <a:ext uri="{7A302D35-7712-495F-A9CC-C31FE5130EFA}">
                <a16:creationId xmlns:a16="http://schemas.microsoft.com/office/drawing/2010/main" id="{13CEF7D4-E021-47E5-9B1A-A32E4D9C4286}"/>
              </a:ext>
            </a:extLst>
          </p:cNvPr>
          <p:cNvSpPr/>
          <p:nvPr/>
        </p:nvSpPr>
        <p:spPr>
          <a:xfrm rot="0">
            <a:off x="1464564" y="-866"/>
            <a:ext cx="739997" cy="1351311"/>
          </a:xfrm>
          <a:custGeom>
            <a:avLst/>
            <a:gdLst/>
            <a:ahLst/>
            <a:cxnLst/>
            <a:rect b="b" l="0" r="r" t="0"/>
            <a:pathLst>
              <a:path h="1351312" w="739997">
                <a:moveTo>
                  <a:pt x="183356" y="0"/>
                </a:moveTo>
                <a:lnTo>
                  <a:pt x="739997" y="1351312"/>
                </a:lnTo>
                <a:lnTo>
                  <a:pt x="0" y="0"/>
                </a:lnTo>
                <a:lnTo>
                  <a:pt x="183356" y="0"/>
                </a:lnTo>
                <a:close/>
              </a:path>
            </a:pathLst>
          </a:custGeom>
          <a:solidFill>
            <a:srgbClr val="6b5e62"/>
          </a:solidFill>
        </p:spPr>
        <p:txBody>
          <a:bodyPr anchor="ctr" rtlCol="0">
            <a:noAutofit/>
          </a:bodyPr>
          <a:lstStyle/>
          <a:p>
            <a:pPr/>
            <a:r>
              <a:rPr dirty="0" lang="en-US"/>
              <a:t/>
            </a:r>
            <a:endParaRPr dirty="0" lang="en-US"/>
          </a:p>
        </p:txBody>
      </p:sp>
      <p:sp>
        <p:nvSpPr>
          <p:cNvPr id="11" name="shape-EBCF">
            <a:extLst>
              <a:ext uri="{62C8D968-F36D-4A00-8476-489CF34E2253}">
                <a16:creationId xmlns:a16="http://schemas.microsoft.com/office/drawing/2010/main" id="{DD9CEE7A-DCEF-41E1-B663-926F2CCAEE23}"/>
              </a:ext>
            </a:extLst>
          </p:cNvPr>
          <p:cNvSpPr/>
          <p:nvPr/>
        </p:nvSpPr>
        <p:spPr>
          <a:xfrm rot="0">
            <a:off x="1255299" y="-866"/>
            <a:ext cx="949261" cy="1351311"/>
          </a:xfrm>
          <a:custGeom>
            <a:avLst/>
            <a:gdLst/>
            <a:ahLst/>
            <a:cxnLst/>
            <a:rect b="b" l="0" r="r" t="0"/>
            <a:pathLst>
              <a:path h="1351312" w="949262">
                <a:moveTo>
                  <a:pt x="0" y="0"/>
                </a:moveTo>
                <a:lnTo>
                  <a:pt x="949262" y="1351312"/>
                </a:lnTo>
                <a:lnTo>
                  <a:pt x="209264" y="0"/>
                </a:lnTo>
                <a:lnTo>
                  <a:pt x="0" y="0"/>
                </a:lnTo>
                <a:close/>
              </a:path>
            </a:pathLst>
          </a:custGeom>
          <a:solidFill>
            <a:srgbClr val="4d4346"/>
          </a:solidFill>
        </p:spPr>
        <p:txBody>
          <a:bodyPr anchor="ctr" rtlCol="0">
            <a:noAutofit/>
          </a:bodyPr>
          <a:lstStyle/>
          <a:p>
            <a:pPr/>
            <a:r>
              <a:rPr dirty="0" lang="en-US"/>
              <a:t/>
            </a:r>
            <a:endParaRPr dirty="0" lang="en-US"/>
          </a:p>
        </p:txBody>
      </p:sp>
      <p:sp>
        <p:nvSpPr>
          <p:cNvPr id="12" name="shape-AAAD">
            <a:extLst>
              <a:ext uri="{2261F0D4-91F9-4560-BE62-108DD94A6678}">
                <a16:creationId xmlns:a16="http://schemas.microsoft.com/office/drawing/2010/main" id="{BEC3A34B-2AC6-44E8-BDA4-184379D52DCC}"/>
              </a:ext>
            </a:extLst>
          </p:cNvPr>
          <p:cNvSpPr/>
          <p:nvPr/>
        </p:nvSpPr>
        <p:spPr>
          <a:xfrm rot="0">
            <a:off x="1978152" y="-866"/>
            <a:ext cx="1658683" cy="3365373"/>
          </a:xfrm>
          <a:custGeom>
            <a:avLst/>
            <a:gdLst/>
            <a:ahLst/>
            <a:cxnLst/>
            <a:rect b="b" l="0" r="r" t="0"/>
            <a:pathLst>
              <a:path h="3365373" w="1658684">
                <a:moveTo>
                  <a:pt x="1658684" y="3365373"/>
                </a:moveTo>
                <a:lnTo>
                  <a:pt x="437864" y="0"/>
                </a:lnTo>
                <a:lnTo>
                  <a:pt x="0" y="0"/>
                </a:lnTo>
                <a:lnTo>
                  <a:pt x="1658684" y="3365373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</p:spPr>
        <p:txBody>
          <a:bodyPr anchor="ctr" rtlCol="0">
            <a:noAutofit/>
          </a:bodyPr>
          <a:lstStyle/>
          <a:p>
            <a:pPr/>
            <a:r>
              <a:rPr dirty="0" lang="en-US"/>
              <a:t/>
            </a:r>
            <a:endParaRPr dirty="0" lang="en-US"/>
          </a:p>
        </p:txBody>
      </p:sp>
      <p:sp>
        <p:nvSpPr>
          <p:cNvPr id="13" name="shape-255A">
            <a:extLst>
              <a:ext uri="{42238896-D5B8-410F-B5E9-90CE5139165C}">
                <a16:creationId xmlns:a16="http://schemas.microsoft.com/office/drawing/2010/main" id="{919AF741-E9B7-4650-B2A8-9673862FB09A}"/>
              </a:ext>
            </a:extLst>
          </p:cNvPr>
          <p:cNvSpPr/>
          <p:nvPr/>
        </p:nvSpPr>
        <p:spPr>
          <a:xfrm rot="0">
            <a:off x="2416016" y="-866"/>
            <a:ext cx="1220819" cy="3365373"/>
          </a:xfrm>
          <a:custGeom>
            <a:avLst/>
            <a:gdLst/>
            <a:ahLst/>
            <a:cxnLst/>
            <a:rect b="b" l="0" r="r" t="0"/>
            <a:pathLst>
              <a:path h="3365373" w="1220819">
                <a:moveTo>
                  <a:pt x="1220819" y="3365373"/>
                </a:moveTo>
                <a:lnTo>
                  <a:pt x="0" y="0"/>
                </a:lnTo>
                <a:lnTo>
                  <a:pt x="391478" y="0"/>
                </a:lnTo>
                <a:lnTo>
                  <a:pt x="1220819" y="3365373"/>
                </a:ln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</p:spPr>
        <p:txBody>
          <a:bodyPr anchor="ctr" rtlCol="0">
            <a:noAutofit/>
          </a:bodyPr>
          <a:lstStyle/>
          <a:p>
            <a:pPr/>
            <a:r>
              <a:rPr dirty="0" lang="en-US"/>
              <a:t/>
            </a:r>
            <a:endParaRPr dirty="0" lang="en-US"/>
          </a:p>
        </p:txBody>
      </p:sp>
      <p:grpSp>
        <p:nvGrpSpPr>
          <p:cNvPr id="14" name="">
            <a:extLst>
              <a:ext uri="{B0064A97-0C85-4425-A5BB-DEF12CAF9D9F}">
                <a16:creationId xmlns:a16="http://schemas.microsoft.com/office/drawing/2010/main" id="{C516682F-3CB2-4335-B598-DB272007215B}"/>
              </a:ext>
            </a:extLst>
          </p:cNvPr>
          <p:cNvGrpSpPr>
            <a:grpSpLocks noChangeAspect="true"/>
          </p:cNvGrpSpPr>
          <p:nvPr/>
        </p:nvGrpSpPr>
        <p:grpSpPr>
          <a:xfrm rot="0">
            <a:off x="7101192" y="1159764"/>
            <a:ext cx="1681734" cy="1497234"/>
            <a:chOff x="0" y="0"/>
            <a:chExt cx="1681734" cy="1497234"/>
          </a:xfrm>
        </p:grpSpPr>
        <p:grpSp>
          <p:nvGrpSpPr>
            <p:cNvPr id="15" name="shape-5FAC">
              <a:extLst>
                <a:ext uri="{B74A0B6B-DB27-4BAA-8129-700AECFF492B}">
                  <a16:creationId xmlns:a16="http://schemas.microsoft.com/office/drawing/2010/main" id="{A7381E89-9ECC-46AF-A42E-4D6B6A7C2E9F}"/>
                </a:ext>
              </a:extLst>
            </p:cNvPr>
            <p:cNvGrpSpPr/>
            <p:nvPr/>
          </p:nvGrpSpPr>
          <p:grpSpPr>
            <a:xfrm>
              <a:off x="9525" y="9525"/>
              <a:ext cx="1662684" cy="1478184"/>
              <a:chOff x="9525" y="9525"/>
              <a:chExt cx="1662684" cy="1478184"/>
            </a:xfrm>
          </p:grpSpPr>
          <p:sp>
            <p:nvSpPr>
              <p:cNvPr id="16" name="shape-EE30">
                <a:extLst>
                  <a:ext uri="{3A8E5426-8EF7-4A34-B3C9-9A7C829D5F99}">
                    <a16:creationId xmlns:a16="http://schemas.microsoft.com/office/drawing/2010/main" id="{374B9456-2BB1-4DB1-803B-DA7AF0B68B80}"/>
                  </a:ext>
                </a:extLst>
              </p:cNvPr>
              <p:cNvSpPr/>
              <p:nvPr/>
            </p:nvSpPr>
            <p:spPr>
              <a:xfrm>
                <a:off x="9525" y="9525"/>
                <a:ext cx="1662684" cy="1478184"/>
              </a:xfrm>
              <a:custGeom>
                <a:avLst/>
                <a:gdLst/>
                <a:ahLst/>
                <a:cxnLst/>
                <a:rect b="b" l="0" r="r" t="0"/>
                <a:pathLst>
                  <a:path h="1478185" w="1662684">
                    <a:moveTo>
                      <a:pt x="1662684" y="1478185"/>
                    </a:moveTo>
                    <a:lnTo>
                      <a:pt x="1662684" y="131350"/>
                    </a:lnTo>
                    <a:cubicBezTo>
                      <a:pt x="1662684" y="58769"/>
                      <a:pt x="1603915" y="0"/>
                      <a:pt x="1531334" y="0"/>
                    </a:cubicBezTo>
                    <a:lnTo>
                      <a:pt x="0" y="0"/>
                    </a:lnTo>
                  </a:path>
                </a:pathLst>
              </a:custGeom>
              <a:ln cap="rnd" w="19050">
                <a:solidFill>
                  <a:srgbClr val="6b5e62"/>
                </a:solidFill>
                <a:prstDash val="solid"/>
              </a:ln>
            </p:spPr>
            <p:txBody>
              <a:bodyPr anchor="ctr" rtlCol="0">
                <a:noAutofit/>
              </a:bodyPr>
              <a:lstStyle/>
              <a:p>
                <a:pPr algn="ctr"/>
                <a:r>
                  <a:rPr dirty="0" lang="en-US"/>
                  <a:t/>
                </a:r>
                <a:endParaRPr dirty="0" lang="en-US"/>
              </a:p>
            </p:txBody>
          </p:sp>
        </p:grpSp>
      </p:grpSp>
      <p:grpSp>
        <p:nvGrpSpPr>
          <p:cNvPr id="17" name="">
            <a:extLst>
              <a:ext uri="{B27EFE23-E03A-4EA6-855B-792729E3CCB4}">
                <a16:creationId xmlns:a16="http://schemas.microsoft.com/office/drawing/2010/main" id="{DA86F732-8C7B-40F3-9EEE-4F4FAC6CAE7F}"/>
              </a:ext>
            </a:extLst>
          </p:cNvPr>
          <p:cNvGrpSpPr>
            <a:grpSpLocks noChangeAspect="true"/>
          </p:cNvGrpSpPr>
          <p:nvPr/>
        </p:nvGrpSpPr>
        <p:grpSpPr>
          <a:xfrm flipH="true" flipV="true" rot="0">
            <a:off x="3793788" y="2656998"/>
            <a:ext cx="833666" cy="742188"/>
            <a:chOff x="0" y="0"/>
            <a:chExt cx="1681734" cy="1497234"/>
          </a:xfrm>
        </p:grpSpPr>
        <p:grpSp>
          <p:nvGrpSpPr>
            <p:cNvPr id="18" name="shape-5FAC">
              <a:extLst>
                <a:ext uri="{3FCE7186-7165-429A-8817-D844957D44B6}">
                  <a16:creationId xmlns:a16="http://schemas.microsoft.com/office/drawing/2010/main" id="{96A0C470-C163-40B4-A01C-2BAC2F29296B}"/>
                </a:ext>
              </a:extLst>
            </p:cNvPr>
            <p:cNvGrpSpPr/>
            <p:nvPr/>
          </p:nvGrpSpPr>
          <p:grpSpPr>
            <a:xfrm>
              <a:off x="9525" y="9525"/>
              <a:ext cx="1662684" cy="1478184"/>
              <a:chOff x="9525" y="9525"/>
              <a:chExt cx="1662684" cy="1478184"/>
            </a:xfrm>
          </p:grpSpPr>
          <p:sp>
            <p:nvSpPr>
              <p:cNvPr id="19" name="shape-EE30">
                <a:extLst>
                  <a:ext uri="{5B58E28A-CD8A-4663-AE28-8051CCC74ED8}">
                    <a16:creationId xmlns:a16="http://schemas.microsoft.com/office/drawing/2010/main" id="{50531ECC-307E-4BB8-8B5A-60F0EB7A53F3}"/>
                  </a:ext>
                </a:extLst>
              </p:cNvPr>
              <p:cNvSpPr/>
              <p:nvPr/>
            </p:nvSpPr>
            <p:spPr>
              <a:xfrm>
                <a:off x="9525" y="9525"/>
                <a:ext cx="1662684" cy="1478184"/>
              </a:xfrm>
              <a:custGeom>
                <a:avLst/>
                <a:gdLst/>
                <a:ahLst/>
                <a:cxnLst/>
                <a:rect b="b" l="0" r="r" t="0"/>
                <a:pathLst>
                  <a:path h="1478185" w="1662684">
                    <a:moveTo>
                      <a:pt x="1662684" y="1478185"/>
                    </a:moveTo>
                    <a:lnTo>
                      <a:pt x="1662684" y="131350"/>
                    </a:lnTo>
                    <a:cubicBezTo>
                      <a:pt x="1662684" y="58769"/>
                      <a:pt x="1603915" y="0"/>
                      <a:pt x="1531334" y="0"/>
                    </a:cubicBezTo>
                    <a:lnTo>
                      <a:pt x="0" y="0"/>
                    </a:lnTo>
                  </a:path>
                </a:pathLst>
              </a:custGeom>
              <a:ln cap="rnd" w="19050">
                <a:solidFill>
                  <a:srgbClr val="6b5e62"/>
                </a:solidFill>
                <a:prstDash val="solid"/>
              </a:ln>
            </p:spPr>
            <p:txBody>
              <a:bodyPr anchor="ctr" rtlCol="0">
                <a:noAutofit/>
              </a:bodyPr>
              <a:lstStyle/>
              <a:p>
                <a:pPr algn="ctr"/>
                <a:r>
                  <a:rPr dirty="0" lang="en-US"/>
                  <a:t/>
                </a:r>
                <a:endParaRPr dirty="0" lang="en-US"/>
              </a:p>
            </p:txBody>
          </p:sp>
        </p:grpSp>
      </p:grpSp>
    </p:spTree>
    <p:extLst>
      <p:ext uri="{44FBAC87-2247-4B52-9B4D-81F48B3A3BC2}">
        <p14:creationId xmlns:p14="http://schemas.microsoft.com/office/powerpoint/2010/main" val="1738040361075"/>
      </p:ext>
    </p:extLst>
  </p:cSld>
  <p:clrMapOvr>
    <a:masterClrMapping/>
  </p:clrMapOvr>
</p:sldLayout>
</file>

<file path=ppt/slideLayouts/slideLayout2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0E26F448-2A06-4743-ABD9-E84076F37DE8}">
                <a16:creationId xmlns:a16="http://schemas.microsoft.com/office/drawing/2010/main" id="{9D948364-9F43-4DC4-BA3C-8169B94165C0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 rot="0">
            <a:off x="762000" y="668455"/>
            <a:ext cx="6953250" cy="571500"/>
          </a:xfrm>
        </p:spPr>
        <p:txBody>
          <a:bodyPr rtlCol="0"/>
          <a:lstStyle>
            <a:lvl1pPr lvl="0"/>
          </a:lstStyle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3" name="Content Placeholder 2">
            <a:extLst>
              <a:ext uri="{348883E9-FF2F-49D6-8899-F9170E37656F}">
                <a16:creationId xmlns:a16="http://schemas.microsoft.com/office/drawing/2010/main" id="{FE88F241-91D1-43E5-ACC1-28F0CD803BFC}"/>
              </a:ext>
            </a:extLst>
          </p:cNvPr>
          <p:cNvSpPr>
            <a:spLocks noGrp="true"/>
          </p:cNvSpPr>
          <p:nvPr>
            <p:ph idx="1"/>
          </p:nvPr>
        </p:nvSpPr>
        <p:spPr/>
        <p:txBody>
          <a:bodyPr rtlCol="0"/>
          <a:lstStyle>
            <a:lvl1pPr lvl="0"/>
            <a:lvl2pPr lvl="1"/>
            <a:lvl3pPr lvl="2"/>
            <a:lvl4pPr lvl="3"/>
            <a:lvl5pPr lvl="4"/>
          </a:lstStyle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  <a:endParaRPr dirty="0" lang="en-US"/>
          </a:p>
        </p:txBody>
      </p:sp>
      <p:sp>
        <p:nvSpPr>
          <p:cNvPr id="4" name="Slide Number Placeholder 4">
            <a:extLst>
              <a:ext uri="{AC51A22C-14D7-4EDA-9C72-BC70B9F1D01D}">
                <a16:creationId xmlns:a16="http://schemas.microsoft.com/office/drawing/2010/main" id="{87776364-C415-4E66-9457-CC6A5716F858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/>
          <a:p>
            <a:pPr/>
            <a:r>
              <a:rPr dirty="0" lang="en-US"/>
              <a:t>&lt;#&gt;</a:t>
            </a:r>
            <a:endParaRPr dirty="0" lang="en-US"/>
          </a:p>
        </p:txBody>
      </p:sp>
      <p:sp>
        <p:nvSpPr>
          <p:cNvPr id="5" name="Footer Placeholder 3">
            <a:extLst>
              <a:ext uri="{FFF4D2FB-1B82-4DDF-BD9D-B5F75BBED388}">
                <a16:creationId xmlns:a16="http://schemas.microsoft.com/office/drawing/2010/main" id="{97272C2C-8FFD-4A23-A4C4-AA20F01C6761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/>
          <a:p>
            <a:pPr/>
            <a:r>
              <a:rPr dirty="0" lang="en-US"/>
              <a:t>Footer</a:t>
            </a:r>
            <a:endParaRPr dirty="0" lang="en-US"/>
          </a:p>
        </p:txBody>
      </p:sp>
      <p:sp>
        <p:nvSpPr>
          <p:cNvPr id="6" name="Date Placeholder 1">
            <a:extLst>
              <a:ext uri="{18C5CDE8-5086-48E5-AEFC-9623C163CE2D}">
                <a16:creationId xmlns:a16="http://schemas.microsoft.com/office/drawing/2010/main" id="{BB75D351-851C-40B7-8450-00A871ACC87E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/>
          <a:p>
            <a:pPr/>
            <a:r>
              <a:rPr dirty="0" lang="en-US"/>
              <a:t>Date</a:t>
            </a:r>
            <a:endParaRPr dirty="0" lang="en-US"/>
          </a:p>
        </p:txBody>
      </p:sp>
      <p:sp>
        <p:nvSpPr>
          <p:cNvPr id="7" name="">
            <a:extLst>
              <a:ext uri="{812FB5BD-2033-4CAB-9EF3-89A032922777}">
                <a16:creationId xmlns:a16="http://schemas.microsoft.com/office/drawing/2010/main" id="{C4011A53-0F44-4415-869E-98416C6CF043}"/>
              </a:ext>
            </a:extLst>
          </p:cNvPr>
          <p:cNvSpPr/>
          <p:nvPr/>
        </p:nvSpPr>
        <p:spPr>
          <a:xfrm flipH="false" flipV="false" rot="0">
            <a:off x="0" y="4980784"/>
            <a:ext cx="9144000" cy="160982"/>
          </a:xfrm>
          <a:prstGeom prst="rect">
            <a:avLst/>
          </a:prstGeom>
          <a:solidFill>
            <a:schemeClr val="bg2">
              <a:lumMod val="65000"/>
            </a:schemeClr>
          </a:solidFill>
          <a:effectLst/>
        </p:spPr>
        <p:style>
          <a:lnRef idx="1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anchor="ctr" rtlCol="0">
            <a:noAutofit/>
          </a:bodyPr>
          <a:lstStyle/>
          <a:p>
            <a:pPr/>
            <a:r>
              <a:rPr dirty="0" lang="en-US"/>
              <a:t/>
            </a:r>
            <a:endParaRPr dirty="0" lang="en-US"/>
          </a:p>
        </p:txBody>
      </p:sp>
      <p:grpSp>
        <p:nvGrpSpPr>
          <p:cNvPr id="8" name="">
            <a:extLst>
              <a:ext uri="{4B4E8108-1935-4AE0-ADC0-81A39DC1D80E}">
                <a16:creationId xmlns:a16="http://schemas.microsoft.com/office/drawing/2010/main" id="{DF744BB7-7D95-48D3-ABC5-6B76EE7F49AA}"/>
              </a:ext>
            </a:extLst>
          </p:cNvPr>
          <p:cNvGrpSpPr>
            <a:grpSpLocks noChangeAspect="true"/>
          </p:cNvGrpSpPr>
          <p:nvPr/>
        </p:nvGrpSpPr>
        <p:grpSpPr>
          <a:xfrm rot="0">
            <a:off x="7767818" y="945232"/>
            <a:ext cx="1014136" cy="1497234"/>
            <a:chOff x="0" y="0"/>
            <a:chExt cx="1681734" cy="1497234"/>
          </a:xfrm>
        </p:grpSpPr>
        <p:grpSp>
          <p:nvGrpSpPr>
            <p:cNvPr id="9" name="shape-5FAC">
              <a:extLst>
                <a:ext uri="{EF3994A5-6215-4F9F-B6E1-7104E1252102}">
                  <a16:creationId xmlns:a16="http://schemas.microsoft.com/office/drawing/2010/main" id="{D327A069-136B-43D4-872C-E5E776984566}"/>
                </a:ext>
              </a:extLst>
            </p:cNvPr>
            <p:cNvGrpSpPr/>
            <p:nvPr/>
          </p:nvGrpSpPr>
          <p:grpSpPr>
            <a:xfrm>
              <a:off x="9525" y="9525"/>
              <a:ext cx="1662684" cy="1478184"/>
              <a:chOff x="9525" y="9525"/>
              <a:chExt cx="1662684" cy="1478184"/>
            </a:xfrm>
          </p:grpSpPr>
          <p:sp>
            <p:nvSpPr>
              <p:cNvPr id="10" name="shape-EE30">
                <a:extLst>
                  <a:ext uri="{84FF0CBD-07AA-4BAF-9C03-D65F368C898E}">
                    <a16:creationId xmlns:a16="http://schemas.microsoft.com/office/drawing/2010/main" id="{C45F5179-CB4D-49B8-96AF-B4A09869CC83}"/>
                  </a:ext>
                </a:extLst>
              </p:cNvPr>
              <p:cNvSpPr/>
              <p:nvPr/>
            </p:nvSpPr>
            <p:spPr>
              <a:xfrm>
                <a:off x="9525" y="9525"/>
                <a:ext cx="1662684" cy="1478184"/>
              </a:xfrm>
              <a:custGeom>
                <a:avLst/>
                <a:gdLst/>
                <a:ahLst/>
                <a:cxnLst/>
                <a:rect b="b" l="0" r="r" t="0"/>
                <a:pathLst>
                  <a:path h="1478185" w="1662684">
                    <a:moveTo>
                      <a:pt x="1662684" y="1478185"/>
                    </a:moveTo>
                    <a:lnTo>
                      <a:pt x="1662684" y="131350"/>
                    </a:lnTo>
                    <a:cubicBezTo>
                      <a:pt x="1662684" y="58769"/>
                      <a:pt x="1603915" y="0"/>
                      <a:pt x="1531334" y="0"/>
                    </a:cubicBezTo>
                    <a:lnTo>
                      <a:pt x="0" y="0"/>
                    </a:lnTo>
                  </a:path>
                </a:pathLst>
              </a:custGeom>
              <a:ln cap="rnd" w="19050">
                <a:solidFill>
                  <a:srgbClr val="6b5e62"/>
                </a:solidFill>
                <a:prstDash val="solid"/>
              </a:ln>
            </p:spPr>
            <p:txBody>
              <a:bodyPr anchor="ctr" rtlCol="0">
                <a:noAutofit/>
              </a:bodyPr>
              <a:lstStyle/>
              <a:p>
                <a:pPr algn="ctr"/>
                <a:r>
                  <a:rPr dirty="0" lang="en-US"/>
                  <a:t/>
                </a:r>
                <a:endParaRPr dirty="0" lang="en-US"/>
              </a:p>
            </p:txBody>
          </p:sp>
        </p:grpSp>
      </p:grpSp>
    </p:spTree>
    <p:extLst>
      <p:ext uri="{D12E0647-C6E7-413E-B197-29DA924E51C7}">
        <p14:creationId xmlns:p14="http://schemas.microsoft.com/office/powerpoint/2010/main" val="1738040361076"/>
      </p:ext>
    </p:extLst>
  </p:cSld>
  <p:clrMapOvr>
    <a:masterClrMapping/>
  </p:clrMapOvr>
</p:sldLayout>
</file>

<file path=ppt/slideLayouts/slideLayout3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showMasterSp="true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>
            <a:extLst>
              <a:ext uri="{46F6FF45-187D-4FAF-BD91-808553016710}">
                <a16:creationId xmlns:a16="http://schemas.microsoft.com/office/drawing/2010/main" id="{C6A589A5-528E-443E-B354-0F3468FC94F5}"/>
              </a:ext>
            </a:extLst>
          </p:cNvPr>
          <p:cNvSpPr/>
          <p:nvPr/>
        </p:nvSpPr>
        <p:spPr>
          <a:xfrm flipH="false" flipV="false" rot="0">
            <a:off x="0" y="4980784"/>
            <a:ext cx="9144000" cy="160982"/>
          </a:xfrm>
          <a:prstGeom prst="rect">
            <a:avLst/>
          </a:prstGeom>
          <a:solidFill>
            <a:schemeClr val="bg2">
              <a:lumMod val="65000"/>
            </a:schemeClr>
          </a:solidFill>
          <a:effectLst/>
        </p:spPr>
        <p:style>
          <a:lnRef idx="1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anchor="ctr" rtlCol="0">
            <a:noAutofit/>
          </a:bodyPr>
          <a:lstStyle/>
          <a:p>
            <a:pPr/>
            <a:r>
              <a:rPr dirty="0" lang="en-US"/>
              <a:t/>
            </a:r>
            <a:endParaRPr dirty="0" lang="en-US"/>
          </a:p>
        </p:txBody>
      </p:sp>
      <p:sp>
        <p:nvSpPr>
          <p:cNvPr id="3" name="Text Placeholder 2">
            <a:extLst>
              <a:ext uri="{0EB66178-C4D4-4D6B-8662-FBD7DCA986E6}">
                <a16:creationId xmlns:a16="http://schemas.microsoft.com/office/drawing/2010/main" id="{7570133E-0A80-4AB1-9181-E57C3944DFB5}"/>
              </a:ext>
            </a:extLst>
          </p:cNvPr>
          <p:cNvSpPr>
            <a:spLocks noGrp="true"/>
          </p:cNvSpPr>
          <p:nvPr>
            <p:ph type="body"/>
          </p:nvPr>
        </p:nvSpPr>
        <p:spPr>
          <a:xfrm rot="0">
            <a:off x="762000" y="1620559"/>
            <a:ext cx="7620000" cy="511812"/>
          </a:xfrm>
          <a:prstGeom prst="rect">
            <a:avLst/>
          </a:prstGeom>
        </p:spPr>
        <p:txBody>
          <a:bodyPr anchor="b" rtlCol="0">
            <a:normAutofit/>
          </a:bodyPr>
          <a:lstStyle>
            <a:lvl1pPr lvl="0">
              <a:buNone/>
              <a:defRPr dirty="0" lang="en-US" sz="1400"/>
            </a:lvl1pPr>
            <a:lvl2pPr lvl="1"/>
            <a:lvl3pPr lvl="2"/>
            <a:lvl4pPr lvl="3"/>
            <a:lvl5pPr lvl="4"/>
            <a:lvl6pPr lvl="5"/>
            <a:lvl7pPr lvl="6"/>
            <a:lvl8pPr lvl="7"/>
            <a:lvl9pPr lvl="8"/>
          </a:lstStyle>
          <a:p>
            <a:pPr lvl="0"/>
            <a:r>
              <a:rPr dirty="0" lang="en-US"/>
              <a:t>Click to edit Master text styles</a:t>
            </a:r>
            <a:endParaRPr dirty="0" lang="en-US"/>
          </a:p>
        </p:txBody>
      </p:sp>
      <p:sp>
        <p:nvSpPr>
          <p:cNvPr hidden="false" id="4" name="Title 1">
            <a:extLst>
              <a:ext uri="{E4C5FAF7-F097-4149-875F-AEC2339E8FE2}">
                <a16:creationId xmlns:a16="http://schemas.microsoft.com/office/drawing/2010/main" id="{97760F67-3B70-4D1F-B30F-7638F66C62A7}"/>
              </a:ext>
            </a:extLst>
          </p:cNvPr>
          <p:cNvSpPr>
            <a:spLocks noGrp="true"/>
          </p:cNvSpPr>
          <p:nvPr>
            <p:ph idx="1" type="title"/>
          </p:nvPr>
        </p:nvSpPr>
        <p:spPr>
          <a:xfrm rot="0">
            <a:off x="762000" y="2164162"/>
            <a:ext cx="7620000" cy="857250"/>
          </a:xfrm>
          <a:prstGeom prst="rect">
            <a:avLst/>
          </a:prstGeom>
        </p:spPr>
        <p:txBody>
          <a:bodyPr anchor="t" rtlCol="0"/>
          <a:lstStyle>
            <a:lvl1pPr lvl="0"/>
          </a:lstStyle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5" name="Slide Number Placeholder 5">
            <a:extLst>
              <a:ext uri="{AFF57A5F-FC7C-42F0-AFD9-045C526BA292}">
                <a16:creationId xmlns:a16="http://schemas.microsoft.com/office/drawing/2010/main" id="{C3F51B1C-D0A7-4B2B-A6FF-166AC63A5793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>
            <a:lvl1pPr lvl="0"/>
          </a:lstStyle>
          <a:p>
            <a:pPr/>
            <a:r>
              <a:rPr dirty="0" lang="en-US"/>
              <a:t>&lt;#&gt;</a:t>
            </a:r>
            <a:endParaRPr dirty="0" lang="en-US"/>
          </a:p>
        </p:txBody>
      </p:sp>
      <p:sp>
        <p:nvSpPr>
          <p:cNvPr id="6" name="Footer Placeholder 4">
            <a:extLst>
              <a:ext uri="{FE9EC5BB-67CA-4830-AB95-AA80B17201CF}">
                <a16:creationId xmlns:a16="http://schemas.microsoft.com/office/drawing/2010/main" id="{9FCE9692-047E-43D8-AD3F-C4D37E31A396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>
            <a:lvl1pPr lvl="0"/>
          </a:lstStyle>
          <a:p>
            <a:pPr/>
            <a:r>
              <a:rPr dirty="0" lang="en-US"/>
              <a:t>Footer</a:t>
            </a:r>
            <a:endParaRPr dirty="0" lang="en-US"/>
          </a:p>
        </p:txBody>
      </p:sp>
      <p:sp>
        <p:nvSpPr>
          <p:cNvPr id="7" name="Date Placeholder 3">
            <a:extLst>
              <a:ext uri="{986FD705-78E9-4D88-84EF-6791F6C97D57}">
                <a16:creationId xmlns:a16="http://schemas.microsoft.com/office/drawing/2010/main" id="{6FA57EA2-5C34-4CBC-BC2C-EC9938B6617F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>
            <a:lvl1pPr lvl="0"/>
          </a:lstStyle>
          <a:p>
            <a:pPr/>
            <a:r>
              <a:rPr dirty="0" lang="en-US"/>
              <a:t>Date</a:t>
            </a:r>
            <a:endParaRPr dirty="0" lang="en-US"/>
          </a:p>
        </p:txBody>
      </p:sp>
      <p:grpSp>
        <p:nvGrpSpPr>
          <p:cNvPr id="8" name="">
            <a:extLst>
              <a:ext uri="{5F9B778F-1CAB-4FBA-9005-5BE93A70C716}">
                <a16:creationId xmlns:a16="http://schemas.microsoft.com/office/drawing/2010/main" id="{1ED3BC16-60BE-43B6-808E-3A6DF35F8784}"/>
              </a:ext>
            </a:extLst>
          </p:cNvPr>
          <p:cNvGrpSpPr>
            <a:grpSpLocks noChangeAspect="true"/>
          </p:cNvGrpSpPr>
          <p:nvPr/>
        </p:nvGrpSpPr>
        <p:grpSpPr>
          <a:xfrm flipH="true" flipV="true" rot="5400000">
            <a:off x="570147" y="1592722"/>
            <a:ext cx="1139104" cy="1014117"/>
            <a:chOff x="0" y="0"/>
            <a:chExt cx="1681734" cy="1497234"/>
          </a:xfrm>
        </p:grpSpPr>
        <p:grpSp>
          <p:nvGrpSpPr>
            <p:cNvPr id="9" name="shape-5FAC">
              <a:extLst>
                <a:ext uri="{94A03096-F533-42AC-B111-AEB5A5A6BF4C}">
                  <a16:creationId xmlns:a16="http://schemas.microsoft.com/office/drawing/2010/main" id="{6CC5826E-8438-42AB-BB61-27FE8656F6AE}"/>
                </a:ext>
              </a:extLst>
            </p:cNvPr>
            <p:cNvGrpSpPr/>
            <p:nvPr/>
          </p:nvGrpSpPr>
          <p:grpSpPr>
            <a:xfrm>
              <a:off x="9525" y="9525"/>
              <a:ext cx="1662684" cy="1478184"/>
              <a:chOff x="9525" y="9525"/>
              <a:chExt cx="1662684" cy="1478184"/>
            </a:xfrm>
          </p:grpSpPr>
          <p:sp>
            <p:nvSpPr>
              <p:cNvPr id="10" name="shape-EE30">
                <a:extLst>
                  <a:ext uri="{E227FFE1-A556-4EC1-8646-6D7081030B69}">
                    <a16:creationId xmlns:a16="http://schemas.microsoft.com/office/drawing/2010/main" id="{9C5A1C64-AE4D-4D63-AB65-98CF5458681F}"/>
                  </a:ext>
                </a:extLst>
              </p:cNvPr>
              <p:cNvSpPr/>
              <p:nvPr/>
            </p:nvSpPr>
            <p:spPr>
              <a:xfrm>
                <a:off x="9525" y="9525"/>
                <a:ext cx="1662684" cy="1478184"/>
              </a:xfrm>
              <a:custGeom>
                <a:avLst/>
                <a:gdLst/>
                <a:ahLst/>
                <a:cxnLst/>
                <a:rect b="b" l="0" r="r" t="0"/>
                <a:pathLst>
                  <a:path h="1478185" w="1662684">
                    <a:moveTo>
                      <a:pt x="1662684" y="1478185"/>
                    </a:moveTo>
                    <a:lnTo>
                      <a:pt x="1662684" y="131350"/>
                    </a:lnTo>
                    <a:cubicBezTo>
                      <a:pt x="1662684" y="58769"/>
                      <a:pt x="1603915" y="0"/>
                      <a:pt x="1531334" y="0"/>
                    </a:cubicBezTo>
                    <a:lnTo>
                      <a:pt x="0" y="0"/>
                    </a:lnTo>
                  </a:path>
                </a:pathLst>
              </a:custGeom>
              <a:ln cap="rnd" w="19050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</a:ln>
            </p:spPr>
            <p:txBody>
              <a:bodyPr anchor="ctr" rtlCol="0">
                <a:noAutofit/>
              </a:bodyPr>
              <a:lstStyle/>
              <a:p>
                <a:pPr algn="ctr"/>
                <a:r>
                  <a:rPr dirty="0" lang="en-US"/>
                  <a:t/>
                </a:r>
                <a:endParaRPr dirty="0" lang="en-US"/>
              </a:p>
            </p:txBody>
          </p:sp>
        </p:grpSp>
      </p:grpSp>
      <p:grpSp>
        <p:nvGrpSpPr>
          <p:cNvPr id="11" name="">
            <a:extLst>
              <a:ext uri="{99B33924-4C9E-4099-9568-5604954C992D}">
                <a16:creationId xmlns:a16="http://schemas.microsoft.com/office/drawing/2010/main" id="{BB00907D-7971-43C5-8A61-4A1641ADA51B}"/>
              </a:ext>
            </a:extLst>
          </p:cNvPr>
          <p:cNvGrpSpPr>
            <a:grpSpLocks noChangeAspect="true"/>
          </p:cNvGrpSpPr>
          <p:nvPr/>
        </p:nvGrpSpPr>
        <p:grpSpPr>
          <a:xfrm rot="0">
            <a:off x="8788899" y="3682717"/>
            <a:ext cx="362045" cy="1613535"/>
            <a:chOff x="0" y="-57150"/>
            <a:chExt cx="362045" cy="1613535"/>
          </a:xfrm>
        </p:grpSpPr>
        <p:grpSp>
          <p:nvGrpSpPr>
            <p:cNvPr id="12" name="shape-5754">
              <a:extLst>
                <a:ext uri="{6347B93B-F5E6-4C83-B104-F5C4FB337CA4}">
                  <a16:creationId xmlns:a16="http://schemas.microsoft.com/office/drawing/2010/main" id="{B2DE01AA-C79D-4E38-BA56-587046E96A81}"/>
                </a:ext>
              </a:extLst>
            </p:cNvPr>
            <p:cNvGrpSpPr/>
            <p:nvPr/>
          </p:nvGrpSpPr>
          <p:grpSpPr>
            <a:xfrm>
              <a:off x="0" y="-57150"/>
              <a:ext cx="362045" cy="1613535"/>
              <a:chOff x="0" y="-57150"/>
              <a:chExt cx="362045" cy="1613535"/>
            </a:xfrm>
          </p:grpSpPr>
          <p:sp>
            <p:nvSpPr>
              <p:cNvPr id="13" name="shape-7013">
                <a:extLst>
                  <a:ext uri="{8B77DAEA-34C7-4D96-995D-E30CD48CBFD5}">
                    <a16:creationId xmlns:a16="http://schemas.microsoft.com/office/drawing/2010/main" id="{3CBEE175-3ABB-4955-92C3-75C9933E8516}"/>
                  </a:ext>
                </a:extLst>
              </p:cNvPr>
              <p:cNvSpPr/>
              <p:nvPr/>
            </p:nvSpPr>
            <p:spPr>
              <a:xfrm>
                <a:off x="192976" y="-57150"/>
                <a:ext cx="169068" cy="1532382"/>
              </a:xfrm>
              <a:custGeom>
                <a:avLst/>
                <a:gdLst/>
                <a:ahLst/>
                <a:cxnLst/>
                <a:rect b="b" l="0" r="r" t="0"/>
                <a:pathLst>
                  <a:path h="1532382" w="169069">
                    <a:moveTo>
                      <a:pt x="169069" y="1461421"/>
                    </a:moveTo>
                    <a:lnTo>
                      <a:pt x="158782" y="0"/>
                    </a:lnTo>
                    <a:lnTo>
                      <a:pt x="0" y="1532382"/>
                    </a:lnTo>
                    <a:lnTo>
                      <a:pt x="169069" y="1461421"/>
                    </a:lnTo>
                    <a:close/>
                  </a:path>
                </a:pathLst>
              </a:custGeom>
              <a:solidFill>
                <a:srgbClr val="6b5e62"/>
              </a:solidFill>
            </p:spPr>
            <p:txBody>
              <a:bodyPr anchor="ctr" rtlCol="0">
                <a:noAutofit/>
              </a:bodyPr>
              <a:lstStyle/>
              <a:p>
                <a:pPr algn="ctr"/>
                <a:r>
                  <a:rPr dirty="0" lang="en-US"/>
                  <a:t/>
                </a:r>
                <a:endParaRPr dirty="0" lang="en-US"/>
              </a:p>
            </p:txBody>
          </p:sp>
          <p:sp>
            <p:nvSpPr>
              <p:cNvPr id="14" name="shape-30D5">
                <a:extLst>
                  <a:ext uri="{FE25110C-C19C-4B9C-8371-CF8418D69AAD}">
                    <a16:creationId xmlns:a16="http://schemas.microsoft.com/office/drawing/2010/main" id="{3C17BB2E-3CF1-4304-B26F-35C4D0350130}"/>
                  </a:ext>
                </a:extLst>
              </p:cNvPr>
              <p:cNvSpPr/>
              <p:nvPr/>
            </p:nvSpPr>
            <p:spPr>
              <a:xfrm>
                <a:off x="0" y="-57150"/>
                <a:ext cx="351758" cy="1613535"/>
              </a:xfrm>
              <a:custGeom>
                <a:avLst/>
                <a:gdLst/>
                <a:ahLst/>
                <a:cxnLst/>
                <a:rect b="b" l="0" r="r" t="0"/>
                <a:pathLst>
                  <a:path h="1613535" w="351758">
                    <a:moveTo>
                      <a:pt x="0" y="1613535"/>
                    </a:moveTo>
                    <a:lnTo>
                      <a:pt x="351758" y="0"/>
                    </a:lnTo>
                    <a:lnTo>
                      <a:pt x="192977" y="1532382"/>
                    </a:lnTo>
                    <a:lnTo>
                      <a:pt x="0" y="1613535"/>
                    </a:lnTo>
                    <a:close/>
                  </a:path>
                </a:pathLst>
              </a:custGeom>
              <a:solidFill>
                <a:srgbClr val="4d4346"/>
              </a:solidFill>
            </p:spPr>
            <p:txBody>
              <a:bodyPr anchor="ctr" rtlCol="0">
                <a:noAutofit/>
              </a:bodyPr>
              <a:lstStyle/>
              <a:p>
                <a:pPr algn="ctr"/>
                <a:r>
                  <a:rPr dirty="0" lang="en-US"/>
                  <a:t/>
                </a:r>
                <a:endParaRPr dirty="0" lang="en-US"/>
              </a:p>
            </p:txBody>
          </p:sp>
        </p:grpSp>
      </p:grpSp>
    </p:spTree>
    <p:extLst>
      <p:ext uri="{0EA23343-B6E6-481A-B900-574F592BA8DD}">
        <p14:creationId xmlns:p14="http://schemas.microsoft.com/office/powerpoint/2010/main" val="1738040361078"/>
      </p:ext>
    </p:extLst>
  </p:cSld>
  <p:clrMapOvr>
    <a:masterClrMapping/>
  </p:clrMapOvr>
</p:sldLayout>
</file>

<file path=ppt/slideLayouts/slideLayout4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78E4E004-63AA-4D9B-8CAE-ADA7326F4AC9}">
                <a16:creationId xmlns:a16="http://schemas.microsoft.com/office/drawing/2010/main" id="{D2C97DA8-E187-4CEF-BDAA-739A0D01F65F}"/>
              </a:ext>
            </a:extLst>
          </p:cNvPr>
          <p:cNvSpPr>
            <a:spLocks noGrp="true"/>
          </p:cNvSpPr>
          <p:nvPr>
            <p:ph type="title"/>
          </p:nvPr>
        </p:nvSpPr>
        <p:spPr/>
        <p:txBody>
          <a:bodyPr rtlCol="0"/>
          <a:lstStyle>
            <a:lvl1pPr lvl="0"/>
          </a:lstStyle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3" name="Content Placeholder 2">
            <a:extLst>
              <a:ext uri="{718553A7-52D0-4FC5-A073-CBE607803206}">
                <a16:creationId xmlns:a16="http://schemas.microsoft.com/office/drawing/2010/main" id="{4905FD1F-FD62-4E5A-89B7-DF1DF1FFE3A3}"/>
              </a:ext>
            </a:extLst>
          </p:cNvPr>
          <p:cNvSpPr>
            <a:spLocks noGrp="true"/>
          </p:cNvSpPr>
          <p:nvPr>
            <p:ph idx="1"/>
          </p:nvPr>
        </p:nvSpPr>
        <p:spPr>
          <a:xfrm rot="0">
            <a:off x="762000" y="1403352"/>
            <a:ext cx="3619500" cy="3048000"/>
          </a:xfrm>
        </p:spPr>
        <p:txBody>
          <a:bodyPr rtlCol="0"/>
          <a:lstStyle>
            <a:lvl1pPr lvl="0"/>
            <a:lvl2pPr lvl="1"/>
            <a:lvl3pPr lvl="2"/>
            <a:lvl4pPr lvl="3"/>
            <a:lvl5pPr lvl="4"/>
          </a:lstStyle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  <a:endParaRPr dirty="0" lang="en-US"/>
          </a:p>
        </p:txBody>
      </p:sp>
      <p:sp>
        <p:nvSpPr>
          <p:cNvPr id="4" name="Content Placeholder 2">
            <a:extLst>
              <a:ext uri="{2AE50152-190A-4E39-A319-88861AF295F0}">
                <a16:creationId xmlns:a16="http://schemas.microsoft.com/office/drawing/2010/main" id="{69136E1E-4443-484E-AEA6-0880A0C1A79E}"/>
              </a:ext>
            </a:extLst>
          </p:cNvPr>
          <p:cNvSpPr>
            <a:spLocks noGrp="true"/>
          </p:cNvSpPr>
          <p:nvPr>
            <p:ph idx="2"/>
          </p:nvPr>
        </p:nvSpPr>
        <p:spPr>
          <a:xfrm rot="0">
            <a:off x="4752975" y="1403352"/>
            <a:ext cx="3619500" cy="3048000"/>
          </a:xfrm>
        </p:spPr>
        <p:txBody>
          <a:bodyPr rtlCol="0"/>
          <a:lstStyle>
            <a:lvl1pPr lvl="0"/>
            <a:lvl2pPr lvl="1"/>
            <a:lvl3pPr lvl="2"/>
            <a:lvl4pPr lvl="3"/>
            <a:lvl5pPr lvl="4"/>
          </a:lstStyle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  <a:endParaRPr dirty="0" lang="en-US"/>
          </a:p>
        </p:txBody>
      </p:sp>
      <p:sp>
        <p:nvSpPr>
          <p:cNvPr id="5" name="Slide Number Placeholder 6">
            <a:extLst>
              <a:ext uri="{BA334679-CE83-41E7-9D8C-B13A80BF4DE7}">
                <a16:creationId xmlns:a16="http://schemas.microsoft.com/office/drawing/2010/main" id="{1A8F19BA-021F-4FA2-AED5-75A15F9E87E0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/>
          <a:p>
            <a:pPr/>
            <a:r>
              <a:rPr dirty="0" lang="en-US"/>
              <a:t>&lt;#&gt;</a:t>
            </a:r>
            <a:endParaRPr dirty="0" lang="en-US"/>
          </a:p>
        </p:txBody>
      </p:sp>
      <p:sp>
        <p:nvSpPr>
          <p:cNvPr id="6" name="Footer Placeholder 5">
            <a:extLst>
              <a:ext uri="{BC9A2DFB-18C8-4EB6-B3BF-7F8249BD462B}">
                <a16:creationId xmlns:a16="http://schemas.microsoft.com/office/drawing/2010/main" id="{705E7821-68D2-4791-BFD4-6373F5B7E874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/>
          <a:p>
            <a:pPr/>
            <a:r>
              <a:rPr dirty="0" lang="en-US"/>
              <a:t>Footer</a:t>
            </a:r>
            <a:endParaRPr dirty="0" lang="en-US"/>
          </a:p>
        </p:txBody>
      </p:sp>
      <p:sp>
        <p:nvSpPr>
          <p:cNvPr id="7" name="Date Placeholder 4">
            <a:extLst>
              <a:ext uri="{185EA7CC-5FB2-4F9A-A844-05E6C69E694C}">
                <a16:creationId xmlns:a16="http://schemas.microsoft.com/office/drawing/2010/main" id="{4F2CBA1B-E659-4040-8D30-7838D88A931E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/>
          <a:p>
            <a:pPr/>
            <a:r>
              <a:rPr dirty="0" lang="en-US"/>
              <a:t>Date</a:t>
            </a:r>
            <a:endParaRPr dirty="0" lang="en-US"/>
          </a:p>
        </p:txBody>
      </p:sp>
      <p:grpSp>
        <p:nvGrpSpPr>
          <p:cNvPr id="8" name="">
            <a:extLst>
              <a:ext uri="{16D08F96-C075-4E77-9D87-2A5D30242CF8}">
                <a16:creationId xmlns:a16="http://schemas.microsoft.com/office/drawing/2010/main" id="{34866CE4-C3DF-4FB3-ADCF-ECDE263B5D2C}"/>
              </a:ext>
            </a:extLst>
          </p:cNvPr>
          <p:cNvGrpSpPr>
            <a:grpSpLocks noChangeAspect="true"/>
          </p:cNvGrpSpPr>
          <p:nvPr/>
        </p:nvGrpSpPr>
        <p:grpSpPr>
          <a:xfrm flipH="true" flipV="true" rot="5400000">
            <a:off x="570147" y="270614"/>
            <a:ext cx="1139104" cy="1014117"/>
            <a:chOff x="0" y="0"/>
            <a:chExt cx="1681734" cy="1497234"/>
          </a:xfrm>
        </p:grpSpPr>
        <p:grpSp>
          <p:nvGrpSpPr>
            <p:cNvPr id="9" name="shape-5FAC">
              <a:extLst>
                <a:ext uri="{EDEDDC7B-FCD6-4373-9303-CAD5CD7164AC}">
                  <a16:creationId xmlns:a16="http://schemas.microsoft.com/office/drawing/2010/main" id="{A2CA3E9C-5D65-4330-B28E-8115E76C8C81}"/>
                </a:ext>
              </a:extLst>
            </p:cNvPr>
            <p:cNvGrpSpPr/>
            <p:nvPr/>
          </p:nvGrpSpPr>
          <p:grpSpPr>
            <a:xfrm>
              <a:off x="9525" y="9525"/>
              <a:ext cx="1662684" cy="1478184"/>
              <a:chOff x="9525" y="9525"/>
              <a:chExt cx="1662684" cy="1478184"/>
            </a:xfrm>
          </p:grpSpPr>
          <p:sp>
            <p:nvSpPr>
              <p:cNvPr id="10" name="shape-EE30">
                <a:extLst>
                  <a:ext uri="{15A76CB9-F4D6-43F8-AD05-DA8DA5ACEBA9}">
                    <a16:creationId xmlns:a16="http://schemas.microsoft.com/office/drawing/2010/main" id="{9C23C7EF-4682-4F1E-BD2D-19BAAC114684}"/>
                  </a:ext>
                </a:extLst>
              </p:cNvPr>
              <p:cNvSpPr/>
              <p:nvPr/>
            </p:nvSpPr>
            <p:spPr>
              <a:xfrm>
                <a:off x="9525" y="9525"/>
                <a:ext cx="1662684" cy="1478184"/>
              </a:xfrm>
              <a:custGeom>
                <a:avLst/>
                <a:gdLst/>
                <a:ahLst/>
                <a:cxnLst/>
                <a:rect b="b" l="0" r="r" t="0"/>
                <a:pathLst>
                  <a:path h="1478185" w="1662684">
                    <a:moveTo>
                      <a:pt x="1662684" y="1478185"/>
                    </a:moveTo>
                    <a:lnTo>
                      <a:pt x="1662684" y="131350"/>
                    </a:lnTo>
                    <a:cubicBezTo>
                      <a:pt x="1662684" y="58769"/>
                      <a:pt x="1603915" y="0"/>
                      <a:pt x="1531334" y="0"/>
                    </a:cubicBezTo>
                    <a:lnTo>
                      <a:pt x="0" y="0"/>
                    </a:lnTo>
                  </a:path>
                </a:pathLst>
              </a:custGeom>
              <a:ln cap="rnd" w="19050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</a:ln>
            </p:spPr>
            <p:txBody>
              <a:bodyPr anchor="ctr" rtlCol="0">
                <a:noAutofit/>
              </a:bodyPr>
              <a:lstStyle/>
              <a:p>
                <a:pPr algn="ctr"/>
                <a:r>
                  <a:rPr dirty="0" lang="en-US"/>
                  <a:t/>
                </a:r>
                <a:endParaRPr dirty="0" lang="en-US"/>
              </a:p>
            </p:txBody>
          </p:sp>
        </p:grpSp>
      </p:grpSp>
      <p:sp>
        <p:nvSpPr>
          <p:cNvPr id="11" name="">
            <a:extLst>
              <a:ext uri="{29C0815E-415B-499E-865D-E14AB4C958B3}">
                <a16:creationId xmlns:a16="http://schemas.microsoft.com/office/drawing/2010/main" id="{AC262629-143B-4DC0-BE1F-AC32FC4C33DE}"/>
              </a:ext>
            </a:extLst>
          </p:cNvPr>
          <p:cNvSpPr/>
          <p:nvPr/>
        </p:nvSpPr>
        <p:spPr>
          <a:xfrm flipH="false" flipV="false" rot="0">
            <a:off x="0" y="4980784"/>
            <a:ext cx="9144000" cy="160982"/>
          </a:xfrm>
          <a:prstGeom prst="rect">
            <a:avLst/>
          </a:prstGeom>
          <a:solidFill>
            <a:schemeClr val="bg2">
              <a:lumMod val="65000"/>
            </a:schemeClr>
          </a:solidFill>
          <a:effectLst/>
        </p:spPr>
        <p:style>
          <a:lnRef idx="1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anchor="ctr" rtlCol="0">
            <a:noAutofit/>
          </a:bodyPr>
          <a:lstStyle/>
          <a:p>
            <a:pPr/>
            <a:r>
              <a:rPr dirty="0" lang="en-US"/>
              <a:t/>
            </a:r>
            <a:endParaRPr dirty="0" lang="en-US"/>
          </a:p>
        </p:txBody>
      </p:sp>
      <p:grpSp>
        <p:nvGrpSpPr>
          <p:cNvPr id="12" name="">
            <a:extLst>
              <a:ext uri="{9A7EC814-F527-4E2C-8A20-37A66DD9347D}">
                <a16:creationId xmlns:a16="http://schemas.microsoft.com/office/drawing/2010/main" id="{7F2065C0-73CF-4B95-B7D9-73D472583411}"/>
              </a:ext>
            </a:extLst>
          </p:cNvPr>
          <p:cNvGrpSpPr>
            <a:grpSpLocks noChangeAspect="true"/>
          </p:cNvGrpSpPr>
          <p:nvPr/>
        </p:nvGrpSpPr>
        <p:grpSpPr>
          <a:xfrm rot="0">
            <a:off x="8788899" y="3682717"/>
            <a:ext cx="362045" cy="1613535"/>
            <a:chOff x="0" y="-57150"/>
            <a:chExt cx="362045" cy="1613535"/>
          </a:xfrm>
        </p:grpSpPr>
        <p:grpSp>
          <p:nvGrpSpPr>
            <p:cNvPr id="13" name="shape-5754">
              <a:extLst>
                <a:ext uri="{BE6B0B54-5A18-4243-B269-35D4DF967126}">
                  <a16:creationId xmlns:a16="http://schemas.microsoft.com/office/drawing/2010/main" id="{E185A313-2E65-4B11-B1BD-563849EEC74A}"/>
                </a:ext>
              </a:extLst>
            </p:cNvPr>
            <p:cNvGrpSpPr/>
            <p:nvPr/>
          </p:nvGrpSpPr>
          <p:grpSpPr>
            <a:xfrm>
              <a:off x="0" y="-57150"/>
              <a:ext cx="362045" cy="1613535"/>
              <a:chOff x="0" y="-57150"/>
              <a:chExt cx="362045" cy="1613535"/>
            </a:xfrm>
          </p:grpSpPr>
          <p:sp>
            <p:nvSpPr>
              <p:cNvPr id="14" name="shape-7013">
                <a:extLst>
                  <a:ext uri="{51CB3FF4-6D89-4523-8380-36FDFD064FD5}">
                    <a16:creationId xmlns:a16="http://schemas.microsoft.com/office/drawing/2010/main" id="{479443D3-A072-4A31-88CF-A2F3DECC6D6B}"/>
                  </a:ext>
                </a:extLst>
              </p:cNvPr>
              <p:cNvSpPr/>
              <p:nvPr/>
            </p:nvSpPr>
            <p:spPr>
              <a:xfrm>
                <a:off x="192976" y="-57150"/>
                <a:ext cx="169068" cy="1532382"/>
              </a:xfrm>
              <a:custGeom>
                <a:avLst/>
                <a:gdLst/>
                <a:ahLst/>
                <a:cxnLst/>
                <a:rect b="b" l="0" r="r" t="0"/>
                <a:pathLst>
                  <a:path h="1532382" w="169069">
                    <a:moveTo>
                      <a:pt x="169069" y="1461421"/>
                    </a:moveTo>
                    <a:lnTo>
                      <a:pt x="158782" y="0"/>
                    </a:lnTo>
                    <a:lnTo>
                      <a:pt x="0" y="1532382"/>
                    </a:lnTo>
                    <a:lnTo>
                      <a:pt x="169069" y="1461421"/>
                    </a:lnTo>
                    <a:close/>
                  </a:path>
                </a:pathLst>
              </a:custGeom>
              <a:solidFill>
                <a:srgbClr val="6b5e62"/>
              </a:solidFill>
            </p:spPr>
            <p:txBody>
              <a:bodyPr anchor="ctr" rtlCol="0">
                <a:noAutofit/>
              </a:bodyPr>
              <a:lstStyle/>
              <a:p>
                <a:pPr algn="ctr"/>
                <a:r>
                  <a:rPr dirty="0" lang="en-US"/>
                  <a:t/>
                </a:r>
                <a:endParaRPr dirty="0" lang="en-US"/>
              </a:p>
            </p:txBody>
          </p:sp>
          <p:sp>
            <p:nvSpPr>
              <p:cNvPr id="15" name="shape-30D5">
                <a:extLst>
                  <a:ext uri="{5EC96467-6A0E-4BAD-85DC-EDB0FF7DC6AE}">
                    <a16:creationId xmlns:a16="http://schemas.microsoft.com/office/drawing/2010/main" id="{96239D3A-1486-4BEA-8237-839C474C054E}"/>
                  </a:ext>
                </a:extLst>
              </p:cNvPr>
              <p:cNvSpPr/>
              <p:nvPr/>
            </p:nvSpPr>
            <p:spPr>
              <a:xfrm>
                <a:off x="0" y="-57150"/>
                <a:ext cx="351758" cy="1613535"/>
              </a:xfrm>
              <a:custGeom>
                <a:avLst/>
                <a:gdLst/>
                <a:ahLst/>
                <a:cxnLst/>
                <a:rect b="b" l="0" r="r" t="0"/>
                <a:pathLst>
                  <a:path h="1613535" w="351758">
                    <a:moveTo>
                      <a:pt x="0" y="1613535"/>
                    </a:moveTo>
                    <a:lnTo>
                      <a:pt x="351758" y="0"/>
                    </a:lnTo>
                    <a:lnTo>
                      <a:pt x="192977" y="1532382"/>
                    </a:lnTo>
                    <a:lnTo>
                      <a:pt x="0" y="1613535"/>
                    </a:lnTo>
                    <a:close/>
                  </a:path>
                </a:pathLst>
              </a:custGeom>
              <a:solidFill>
                <a:srgbClr val="4d4346"/>
              </a:solidFill>
            </p:spPr>
            <p:txBody>
              <a:bodyPr anchor="ctr" rtlCol="0">
                <a:noAutofit/>
              </a:bodyPr>
              <a:lstStyle/>
              <a:p>
                <a:pPr algn="ctr"/>
                <a:r>
                  <a:rPr dirty="0" lang="en-US"/>
                  <a:t/>
                </a:r>
                <a:endParaRPr dirty="0" lang="en-US"/>
              </a:p>
            </p:txBody>
          </p:sp>
        </p:grpSp>
      </p:grpSp>
    </p:spTree>
    <p:extLst>
      <p:ext uri="{0F61A0C6-9CE0-4C53-8709-B372240DE0A3}">
        <p14:creationId xmlns:p14="http://schemas.microsoft.com/office/powerpoint/2010/main" val="1738040361079"/>
      </p:ext>
    </p:extLst>
  </p:cSld>
  <p:clrMapOvr>
    <a:masterClrMapping/>
  </p:clrMapOvr>
</p:sldLayout>
</file>

<file path=ppt/slideLayouts/slideLayout5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DBC41CD6-06B5-4A30-84B1-A858AF81C9DB}">
                <a16:creationId xmlns:a16="http://schemas.microsoft.com/office/drawing/2010/main" id="{D0626CA0-3265-4204-895C-64629EF02FAF}"/>
              </a:ext>
            </a:extLst>
          </p:cNvPr>
          <p:cNvSpPr>
            <a:spLocks noGrp="true"/>
          </p:cNvSpPr>
          <p:nvPr>
            <p:ph type="body"/>
          </p:nvPr>
        </p:nvSpPr>
        <p:spPr>
          <a:xfrm rot="0">
            <a:off x="762000" y="1400175"/>
            <a:ext cx="3619500" cy="540644"/>
          </a:xfrm>
          <a:prstGeom prst="rect">
            <a:avLst/>
          </a:prstGeom>
        </p:spPr>
        <p:txBody>
          <a:bodyPr anchor="ctr" rtlCol="0">
            <a:normAutofit fontScale="100000" lnSpcReduction="0"/>
          </a:bodyPr>
          <a:lstStyle>
            <a:lvl1pPr indent="0" lvl="0" marL="0">
              <a:buNone/>
              <a:defRPr dirty="0" lang="en-US">
                <a:solidFill>
                  <a:schemeClr val="accent1"/>
                </a:solidFill>
                <a:latin typeface="Open Sans-demi_bold"/>
              </a:defRPr>
            </a:lvl1pPr>
            <a:lvl2pPr lvl="1"/>
            <a:lvl3pPr lvl="2"/>
            <a:lvl4pPr lvl="3"/>
            <a:lvl5pPr lvl="4"/>
            <a:lvl6pPr lvl="5"/>
            <a:lvl7pPr lvl="6"/>
            <a:lvl8pPr lvl="7"/>
            <a:lvl9pPr lvl="8"/>
          </a:lstStyle>
          <a:p>
            <a:pPr lvl="0"/>
            <a:r>
              <a:rPr dirty="0" lang="en-US"/>
              <a:t>Click to edit Master text styles</a:t>
            </a:r>
            <a:endParaRPr dirty="0" lang="en-US"/>
          </a:p>
        </p:txBody>
      </p:sp>
      <p:sp>
        <p:nvSpPr>
          <p:cNvPr id="3" name="Text Placeholder 4">
            <a:extLst>
              <a:ext uri="{BF656303-36FE-422F-B41A-9FD9876BD38C}">
                <a16:creationId xmlns:a16="http://schemas.microsoft.com/office/drawing/2010/main" id="{592E63A3-695D-4031-B805-7307D08560C8}"/>
              </a:ext>
            </a:extLst>
          </p:cNvPr>
          <p:cNvSpPr>
            <a:spLocks noGrp="true"/>
          </p:cNvSpPr>
          <p:nvPr>
            <p:ph idx="1" type="body"/>
          </p:nvPr>
        </p:nvSpPr>
        <p:spPr>
          <a:xfrm rot="0">
            <a:off x="4754716" y="1400175"/>
            <a:ext cx="3619500" cy="540644"/>
          </a:xfrm>
          <a:prstGeom prst="rect">
            <a:avLst/>
          </a:prstGeom>
        </p:spPr>
        <p:txBody>
          <a:bodyPr anchor="ctr" rtlCol="0">
            <a:normAutofit fontScale="100000" lnSpcReduction="0"/>
          </a:bodyPr>
          <a:lstStyle>
            <a:lvl1pPr indent="0" lvl="0" marL="0">
              <a:buNone/>
              <a:defRPr dirty="0" lang="en-US">
                <a:solidFill>
                  <a:schemeClr val="accent1"/>
                </a:solidFill>
                <a:latin typeface="Open Sans-demi_bold"/>
              </a:defRPr>
            </a:lvl1pPr>
            <a:lvl2pPr lvl="1"/>
            <a:lvl3pPr lvl="2"/>
            <a:lvl4pPr lvl="3"/>
            <a:lvl5pPr lvl="4"/>
            <a:lvl6pPr lvl="5"/>
            <a:lvl7pPr lvl="6"/>
            <a:lvl8pPr lvl="7"/>
            <a:lvl9pPr lvl="8"/>
          </a:lstStyle>
          <a:p>
            <a:pPr lvl="0"/>
            <a:r>
              <a:rPr dirty="0" lang="en-US"/>
              <a:t>Click to edit Master text styles</a:t>
            </a:r>
            <a:endParaRPr dirty="0" lang="en-US"/>
          </a:p>
        </p:txBody>
      </p:sp>
      <p:sp>
        <p:nvSpPr>
          <p:cNvPr id="4" name="Content Placeholder 2">
            <a:extLst>
              <a:ext uri="{B60F556F-344A-41BD-9361-849C63209E9E}">
                <a16:creationId xmlns:a16="http://schemas.microsoft.com/office/drawing/2010/main" id="{D25B31BD-C9B1-480D-AE3B-E8DFF121E532}"/>
              </a:ext>
            </a:extLst>
          </p:cNvPr>
          <p:cNvSpPr>
            <a:spLocks noGrp="true"/>
          </p:cNvSpPr>
          <p:nvPr>
            <p:ph idx="2"/>
          </p:nvPr>
        </p:nvSpPr>
        <p:spPr>
          <a:xfrm rot="0">
            <a:off x="762000" y="1961540"/>
            <a:ext cx="3619500" cy="2510865"/>
          </a:xfrm>
        </p:spPr>
        <p:txBody>
          <a:bodyPr rtlCol="0"/>
          <a:lstStyle>
            <a:lvl1pPr lvl="0"/>
            <a:lvl2pPr lvl="1"/>
            <a:lvl3pPr lvl="2"/>
            <a:lvl4pPr lvl="3"/>
            <a:lvl5pPr lvl="4"/>
          </a:lstStyle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  <a:endParaRPr dirty="0" lang="en-US"/>
          </a:p>
        </p:txBody>
      </p:sp>
      <p:sp>
        <p:nvSpPr>
          <p:cNvPr id="5" name="Title 1">
            <a:extLst>
              <a:ext uri="{FE8F5D0F-538D-4098-9BA3-8654CE4B9A9A}">
                <a16:creationId xmlns:a16="http://schemas.microsoft.com/office/drawing/2010/main" id="{B4DC059C-F768-4939-A445-D59AB4FA74DD}"/>
              </a:ext>
            </a:extLst>
          </p:cNvPr>
          <p:cNvSpPr>
            <a:spLocks noGrp="true"/>
          </p:cNvSpPr>
          <p:nvPr>
            <p:ph idx="3" type="title"/>
          </p:nvPr>
        </p:nvSpPr>
        <p:spPr/>
        <p:txBody>
          <a:bodyPr rtlCol="0"/>
          <a:lstStyle>
            <a:lvl1pPr lvl="0"/>
          </a:lstStyle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6" name="Content Placeholder 2">
            <a:extLst>
              <a:ext uri="{503835ED-A749-4C35-B912-B880787057D9}">
                <a16:creationId xmlns:a16="http://schemas.microsoft.com/office/drawing/2010/main" id="{531303C6-FEEC-4784-916C-6680DC1EC333}"/>
              </a:ext>
            </a:extLst>
          </p:cNvPr>
          <p:cNvSpPr>
            <a:spLocks noGrp="true"/>
          </p:cNvSpPr>
          <p:nvPr>
            <p:ph idx="4"/>
          </p:nvPr>
        </p:nvSpPr>
        <p:spPr>
          <a:xfrm rot="0">
            <a:off x="4751441" y="1961540"/>
            <a:ext cx="3619500" cy="2510865"/>
          </a:xfrm>
        </p:spPr>
        <p:txBody>
          <a:bodyPr rtlCol="0"/>
          <a:lstStyle>
            <a:lvl1pPr lvl="0"/>
            <a:lvl2pPr lvl="1"/>
            <a:lvl3pPr lvl="2"/>
            <a:lvl4pPr lvl="3"/>
            <a:lvl5pPr lvl="4"/>
          </a:lstStyle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  <a:endParaRPr dirty="0" lang="en-US"/>
          </a:p>
        </p:txBody>
      </p:sp>
      <p:sp>
        <p:nvSpPr>
          <p:cNvPr id="7" name="Date Placeholder 4">
            <a:extLst>
              <a:ext uri="{2D25456D-F3DA-4A46-AC03-25D2B587EC24}">
                <a16:creationId xmlns:a16="http://schemas.microsoft.com/office/drawing/2010/main" id="{EBAD782D-707A-4127-9BD5-3CD98BADD1A9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/>
          <a:p>
            <a:pPr/>
            <a:r>
              <a:rPr dirty="0" lang="en-US"/>
              <a:t>Date</a:t>
            </a:r>
            <a:endParaRPr dirty="0" lang="en-US"/>
          </a:p>
        </p:txBody>
      </p:sp>
      <p:sp>
        <p:nvSpPr>
          <p:cNvPr id="8" name="Footer Placeholder 5">
            <a:extLst>
              <a:ext uri="{9CB2FE95-5350-4D50-8BF0-FB0D319B3BDC}">
                <a16:creationId xmlns:a16="http://schemas.microsoft.com/office/drawing/2010/main" id="{7F848143-DFA4-40EF-90E4-64F90314324F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/>
          <a:p>
            <a:pPr/>
            <a:r>
              <a:rPr dirty="0" lang="en-US"/>
              <a:t>Footer</a:t>
            </a:r>
            <a:endParaRPr dirty="0" lang="en-US"/>
          </a:p>
        </p:txBody>
      </p:sp>
      <p:sp>
        <p:nvSpPr>
          <p:cNvPr id="9" name="Slide Number Placeholder 6">
            <a:extLst>
              <a:ext uri="{D20B3916-AC93-4885-A667-C42D400AC62A}">
                <a16:creationId xmlns:a16="http://schemas.microsoft.com/office/drawing/2010/main" id="{3CFC742E-6686-4397-A47E-302662838AC7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/>
          <a:p>
            <a:pPr/>
            <a:r>
              <a:rPr dirty="0" lang="en-US"/>
              <a:t>&lt;#&gt;</a:t>
            </a:r>
            <a:endParaRPr dirty="0" lang="en-US"/>
          </a:p>
        </p:txBody>
      </p:sp>
      <p:grpSp>
        <p:nvGrpSpPr>
          <p:cNvPr id="10" name="">
            <a:extLst>
              <a:ext uri="{48C2019B-70AC-4830-BA79-51AFF396E7C7}">
                <a16:creationId xmlns:a16="http://schemas.microsoft.com/office/drawing/2010/main" id="{6A8EB231-C7F5-477C-8D6F-38E3BB7E8D13}"/>
              </a:ext>
            </a:extLst>
          </p:cNvPr>
          <p:cNvGrpSpPr>
            <a:grpSpLocks noChangeAspect="true"/>
          </p:cNvGrpSpPr>
          <p:nvPr/>
        </p:nvGrpSpPr>
        <p:grpSpPr>
          <a:xfrm flipH="true" flipV="true" rot="5400000">
            <a:off x="570147" y="270614"/>
            <a:ext cx="1139104" cy="1014117"/>
            <a:chOff x="0" y="0"/>
            <a:chExt cx="1681734" cy="1497234"/>
          </a:xfrm>
        </p:grpSpPr>
        <p:grpSp>
          <p:nvGrpSpPr>
            <p:cNvPr id="11" name="shape-5FAC">
              <a:extLst>
                <a:ext uri="{2C5DE911-877B-485C-9D1F-C809454AE741}">
                  <a16:creationId xmlns:a16="http://schemas.microsoft.com/office/drawing/2010/main" id="{64DF07D8-070A-405E-874F-F09B8B91974F}"/>
                </a:ext>
              </a:extLst>
            </p:cNvPr>
            <p:cNvGrpSpPr/>
            <p:nvPr/>
          </p:nvGrpSpPr>
          <p:grpSpPr>
            <a:xfrm>
              <a:off x="9525" y="9525"/>
              <a:ext cx="1662684" cy="1478184"/>
              <a:chOff x="9525" y="9525"/>
              <a:chExt cx="1662684" cy="1478184"/>
            </a:xfrm>
          </p:grpSpPr>
          <p:sp>
            <p:nvSpPr>
              <p:cNvPr id="12" name="shape-EE30">
                <a:extLst>
                  <a:ext uri="{37359FF9-E07A-4C6C-87BA-2C2C242E66F8}">
                    <a16:creationId xmlns:a16="http://schemas.microsoft.com/office/drawing/2010/main" id="{F5F2DADA-8605-496E-A72F-A6B670D6A684}"/>
                  </a:ext>
                </a:extLst>
              </p:cNvPr>
              <p:cNvSpPr/>
              <p:nvPr/>
            </p:nvSpPr>
            <p:spPr>
              <a:xfrm>
                <a:off x="9525" y="9525"/>
                <a:ext cx="1662684" cy="1478184"/>
              </a:xfrm>
              <a:custGeom>
                <a:avLst/>
                <a:gdLst/>
                <a:ahLst/>
                <a:cxnLst/>
                <a:rect b="b" l="0" r="r" t="0"/>
                <a:pathLst>
                  <a:path h="1478185" w="1662684">
                    <a:moveTo>
                      <a:pt x="1662684" y="1478185"/>
                    </a:moveTo>
                    <a:lnTo>
                      <a:pt x="1662684" y="131350"/>
                    </a:lnTo>
                    <a:cubicBezTo>
                      <a:pt x="1662684" y="58769"/>
                      <a:pt x="1603915" y="0"/>
                      <a:pt x="1531334" y="0"/>
                    </a:cubicBezTo>
                    <a:lnTo>
                      <a:pt x="0" y="0"/>
                    </a:lnTo>
                  </a:path>
                </a:pathLst>
              </a:custGeom>
              <a:ln cap="rnd" w="19050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</a:ln>
            </p:spPr>
            <p:txBody>
              <a:bodyPr anchor="ctr" rtlCol="0">
                <a:noAutofit/>
              </a:bodyPr>
              <a:lstStyle/>
              <a:p>
                <a:pPr algn="ctr"/>
                <a:r>
                  <a:rPr dirty="0" lang="en-US"/>
                  <a:t/>
                </a:r>
                <a:endParaRPr dirty="0" lang="en-US"/>
              </a:p>
            </p:txBody>
          </p:sp>
        </p:grpSp>
      </p:grpSp>
      <p:sp>
        <p:nvSpPr>
          <p:cNvPr id="13" name="">
            <a:extLst>
              <a:ext uri="{A4788305-4549-4299-A0F0-5A646DBDF64E}">
                <a16:creationId xmlns:a16="http://schemas.microsoft.com/office/drawing/2010/main" id="{582A8B20-E7CB-42CC-B88E-088B3A2BCC5C}"/>
              </a:ext>
            </a:extLst>
          </p:cNvPr>
          <p:cNvSpPr/>
          <p:nvPr/>
        </p:nvSpPr>
        <p:spPr>
          <a:xfrm flipH="false" flipV="false" rot="0">
            <a:off x="0" y="4980784"/>
            <a:ext cx="9144000" cy="160982"/>
          </a:xfrm>
          <a:prstGeom prst="rect">
            <a:avLst/>
          </a:prstGeom>
          <a:solidFill>
            <a:schemeClr val="bg2">
              <a:lumMod val="65000"/>
            </a:schemeClr>
          </a:solidFill>
          <a:effectLst/>
        </p:spPr>
        <p:style>
          <a:lnRef idx="1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anchor="ctr" rtlCol="0">
            <a:noAutofit/>
          </a:bodyPr>
          <a:lstStyle/>
          <a:p>
            <a:pPr/>
            <a:r>
              <a:rPr dirty="0" lang="en-US"/>
              <a:t/>
            </a:r>
            <a:endParaRPr dirty="0" lang="en-US"/>
          </a:p>
        </p:txBody>
      </p:sp>
      <p:grpSp>
        <p:nvGrpSpPr>
          <p:cNvPr id="14" name="">
            <a:extLst>
              <a:ext uri="{307326BD-A1B7-437B-8ED5-B25DAFEA8BBD}">
                <a16:creationId xmlns:a16="http://schemas.microsoft.com/office/drawing/2010/main" id="{B5E703F0-A3BB-4B9D-9AE3-409C33638420}"/>
              </a:ext>
            </a:extLst>
          </p:cNvPr>
          <p:cNvGrpSpPr>
            <a:grpSpLocks noChangeAspect="true"/>
          </p:cNvGrpSpPr>
          <p:nvPr/>
        </p:nvGrpSpPr>
        <p:grpSpPr>
          <a:xfrm rot="0">
            <a:off x="8788899" y="3682717"/>
            <a:ext cx="362045" cy="1613535"/>
            <a:chOff x="0" y="-57150"/>
            <a:chExt cx="362045" cy="1613535"/>
          </a:xfrm>
        </p:grpSpPr>
        <p:grpSp>
          <p:nvGrpSpPr>
            <p:cNvPr id="15" name="shape-5754">
              <a:extLst>
                <a:ext uri="{EEF0E37E-6F80-4D60-AE29-EF9954C7462F}">
                  <a16:creationId xmlns:a16="http://schemas.microsoft.com/office/drawing/2010/main" id="{F83B962C-AACF-478A-BD27-B5D2C8797F65}"/>
                </a:ext>
              </a:extLst>
            </p:cNvPr>
            <p:cNvGrpSpPr/>
            <p:nvPr/>
          </p:nvGrpSpPr>
          <p:grpSpPr>
            <a:xfrm>
              <a:off x="0" y="-57150"/>
              <a:ext cx="362045" cy="1613535"/>
              <a:chOff x="0" y="-57150"/>
              <a:chExt cx="362045" cy="1613535"/>
            </a:xfrm>
          </p:grpSpPr>
          <p:sp>
            <p:nvSpPr>
              <p:cNvPr id="16" name="shape-7013">
                <a:extLst>
                  <a:ext uri="{8039C9F4-A6C0-4FF4-85F1-DDEEE1BC4837}">
                    <a16:creationId xmlns:a16="http://schemas.microsoft.com/office/drawing/2010/main" id="{B6388B0A-4DF0-4A68-B212-72BADCD82D92}"/>
                  </a:ext>
                </a:extLst>
              </p:cNvPr>
              <p:cNvSpPr/>
              <p:nvPr/>
            </p:nvSpPr>
            <p:spPr>
              <a:xfrm>
                <a:off x="192976" y="-57150"/>
                <a:ext cx="169068" cy="1532382"/>
              </a:xfrm>
              <a:custGeom>
                <a:avLst/>
                <a:gdLst/>
                <a:ahLst/>
                <a:cxnLst/>
                <a:rect b="b" l="0" r="r" t="0"/>
                <a:pathLst>
                  <a:path h="1532382" w="169069">
                    <a:moveTo>
                      <a:pt x="169069" y="1461421"/>
                    </a:moveTo>
                    <a:lnTo>
                      <a:pt x="158782" y="0"/>
                    </a:lnTo>
                    <a:lnTo>
                      <a:pt x="0" y="1532382"/>
                    </a:lnTo>
                    <a:lnTo>
                      <a:pt x="169069" y="1461421"/>
                    </a:lnTo>
                    <a:close/>
                  </a:path>
                </a:pathLst>
              </a:custGeom>
              <a:solidFill>
                <a:srgbClr val="6b5e62"/>
              </a:solidFill>
            </p:spPr>
            <p:txBody>
              <a:bodyPr anchor="ctr" rtlCol="0">
                <a:noAutofit/>
              </a:bodyPr>
              <a:lstStyle/>
              <a:p>
                <a:pPr algn="ctr"/>
                <a:r>
                  <a:rPr dirty="0" lang="en-US"/>
                  <a:t/>
                </a:r>
                <a:endParaRPr dirty="0" lang="en-US"/>
              </a:p>
            </p:txBody>
          </p:sp>
          <p:sp>
            <p:nvSpPr>
              <p:cNvPr id="17" name="shape-30D5">
                <a:extLst>
                  <a:ext uri="{7349D0E5-8A69-4A2E-BC37-0500B6E4FAEE}">
                    <a16:creationId xmlns:a16="http://schemas.microsoft.com/office/drawing/2010/main" id="{E6CB73B0-2BF2-407A-AD15-559C729D0E06}"/>
                  </a:ext>
                </a:extLst>
              </p:cNvPr>
              <p:cNvSpPr/>
              <p:nvPr/>
            </p:nvSpPr>
            <p:spPr>
              <a:xfrm>
                <a:off x="0" y="-57150"/>
                <a:ext cx="351758" cy="1613535"/>
              </a:xfrm>
              <a:custGeom>
                <a:avLst/>
                <a:gdLst/>
                <a:ahLst/>
                <a:cxnLst/>
                <a:rect b="b" l="0" r="r" t="0"/>
                <a:pathLst>
                  <a:path h="1613535" w="351758">
                    <a:moveTo>
                      <a:pt x="0" y="1613535"/>
                    </a:moveTo>
                    <a:lnTo>
                      <a:pt x="351758" y="0"/>
                    </a:lnTo>
                    <a:lnTo>
                      <a:pt x="192977" y="1532382"/>
                    </a:lnTo>
                    <a:lnTo>
                      <a:pt x="0" y="1613535"/>
                    </a:lnTo>
                    <a:close/>
                  </a:path>
                </a:pathLst>
              </a:custGeom>
              <a:solidFill>
                <a:srgbClr val="4d4346"/>
              </a:solidFill>
            </p:spPr>
            <p:txBody>
              <a:bodyPr anchor="ctr" rtlCol="0">
                <a:noAutofit/>
              </a:bodyPr>
              <a:lstStyle/>
              <a:p>
                <a:pPr algn="ctr"/>
                <a:r>
                  <a:rPr dirty="0" lang="en-US"/>
                  <a:t/>
                </a:r>
                <a:endParaRPr dirty="0" lang="en-US"/>
              </a:p>
            </p:txBody>
          </p:sp>
        </p:grpSp>
      </p:grpSp>
    </p:spTree>
    <p:custDataLst>
      <p:tags r:id="rId2"/>
    </p:custDataLst>
    <p:extLst>
      <p:ext uri="{B183DF77-16B5-43E3-AF96-F5A46B2E9D0A}">
        <p14:creationId xmlns:p14="http://schemas.microsoft.com/office/powerpoint/2010/main" val="1738040361081"/>
      </p:ext>
    </p:extLst>
  </p:cSld>
  <p:clrMapOvr>
    <a:masterClrMapping/>
  </p:clrMapOvr>
</p:sldLayout>
</file>

<file path=ppt/slideLayouts/slideLayout6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B78D9D3-D5FC-473D-9EA4-A3EAC1201449}">
                <a16:creationId xmlns:a16="http://schemas.microsoft.com/office/drawing/2010/main" id="{B0D04953-D00B-4DDB-85AF-8B793A591CD9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 rot="0">
            <a:off x="762000" y="1914525"/>
            <a:ext cx="7620000" cy="857250"/>
          </a:xfrm>
        </p:spPr>
        <p:txBody>
          <a:bodyPr anchor="ctr" rtlCol="0"/>
          <a:lstStyle>
            <a:lvl1pPr algn="ctr" lvl="0"/>
          </a:lstStyle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3" name="Slide Number Placeholder 3">
            <a:extLst>
              <a:ext uri="{A168D0B2-C6C6-4F8E-9352-5C1BA853646D}">
                <a16:creationId xmlns:a16="http://schemas.microsoft.com/office/drawing/2010/main" id="{85AA0C55-FAF7-442F-BC9A-BE6BAC350DAA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/>
          <a:p>
            <a:pPr/>
            <a:r>
              <a:rPr dirty="0" lang="en-US"/>
              <a:t>&lt;#&gt;</a:t>
            </a:r>
            <a:endParaRPr dirty="0" lang="en-US"/>
          </a:p>
        </p:txBody>
      </p:sp>
      <p:sp>
        <p:nvSpPr>
          <p:cNvPr id="4" name="Footer Placeholder 2">
            <a:extLst>
              <a:ext uri="{B475B349-E7BD-48FC-9B00-01349152B341}">
                <a16:creationId xmlns:a16="http://schemas.microsoft.com/office/drawing/2010/main" id="{517B3F24-69A0-4E26-A679-3CA688FC6445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/>
          <a:p>
            <a:pPr/>
            <a:r>
              <a:rPr dirty="0" lang="en-US"/>
              <a:t>Footer</a:t>
            </a:r>
            <a:endParaRPr dirty="0" lang="en-US"/>
          </a:p>
        </p:txBody>
      </p:sp>
      <p:sp>
        <p:nvSpPr>
          <p:cNvPr id="5" name="Date Placeholder 1">
            <a:extLst>
              <a:ext uri="{9E878823-78E8-46D0-855E-E7C39DCD7BCC}">
                <a16:creationId xmlns:a16="http://schemas.microsoft.com/office/drawing/2010/main" id="{04F25120-4435-48D4-A23D-2E7333B65D2A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/>
          <a:p>
            <a:pPr/>
            <a:r>
              <a:rPr dirty="0" lang="en-US"/>
              <a:t>Date</a:t>
            </a:r>
            <a:endParaRPr dirty="0" lang="en-US"/>
          </a:p>
        </p:txBody>
      </p:sp>
      <p:grpSp>
        <p:nvGrpSpPr>
          <p:cNvPr id="6" name="">
            <a:extLst>
              <a:ext uri="{157B9129-003B-4EE4-9137-8075341AEFD0}">
                <a16:creationId xmlns:a16="http://schemas.microsoft.com/office/drawing/2010/main" id="{0CF9BCBA-6706-40DF-876B-6D85BB122FE1}"/>
              </a:ext>
            </a:extLst>
          </p:cNvPr>
          <p:cNvGrpSpPr>
            <a:grpSpLocks noChangeAspect="true"/>
          </p:cNvGrpSpPr>
          <p:nvPr/>
        </p:nvGrpSpPr>
        <p:grpSpPr>
          <a:xfrm flipH="true" flipV="false" rot="5400000">
            <a:off x="7391343" y="1828199"/>
            <a:ext cx="1156830" cy="1029900"/>
            <a:chOff x="0" y="0"/>
            <a:chExt cx="1681734" cy="1497234"/>
          </a:xfrm>
        </p:grpSpPr>
        <p:grpSp>
          <p:nvGrpSpPr>
            <p:cNvPr id="7" name="shape-5FAC">
              <a:extLst>
                <a:ext uri="{9664C4EE-9BAB-42B2-A606-FE0C6DC3592C}">
                  <a16:creationId xmlns:a16="http://schemas.microsoft.com/office/drawing/2010/main" id="{23685DEB-4C44-49BA-AB96-1FD958B69C77}"/>
                </a:ext>
              </a:extLst>
            </p:cNvPr>
            <p:cNvGrpSpPr/>
            <p:nvPr/>
          </p:nvGrpSpPr>
          <p:grpSpPr>
            <a:xfrm>
              <a:off x="9525" y="9525"/>
              <a:ext cx="1662684" cy="1478184"/>
              <a:chOff x="9525" y="9525"/>
              <a:chExt cx="1662684" cy="1478184"/>
            </a:xfrm>
          </p:grpSpPr>
          <p:sp>
            <p:nvSpPr>
              <p:cNvPr id="8" name="shape-EE30">
                <a:extLst>
                  <a:ext uri="{374A859E-5E43-4844-A6E3-114954D9624A}">
                    <a16:creationId xmlns:a16="http://schemas.microsoft.com/office/drawing/2010/main" id="{12F645F1-F070-4C0C-8A92-83BF0E866B9D}"/>
                  </a:ext>
                </a:extLst>
              </p:cNvPr>
              <p:cNvSpPr/>
              <p:nvPr/>
            </p:nvSpPr>
            <p:spPr>
              <a:xfrm>
                <a:off x="9525" y="9525"/>
                <a:ext cx="1662684" cy="1478184"/>
              </a:xfrm>
              <a:custGeom>
                <a:avLst/>
                <a:gdLst/>
                <a:ahLst/>
                <a:cxnLst/>
                <a:rect b="b" l="0" r="r" t="0"/>
                <a:pathLst>
                  <a:path h="1478185" w="1662684">
                    <a:moveTo>
                      <a:pt x="1662684" y="1478185"/>
                    </a:moveTo>
                    <a:lnTo>
                      <a:pt x="1662684" y="131350"/>
                    </a:lnTo>
                    <a:cubicBezTo>
                      <a:pt x="1662684" y="58769"/>
                      <a:pt x="1603915" y="0"/>
                      <a:pt x="1531334" y="0"/>
                    </a:cubicBezTo>
                    <a:lnTo>
                      <a:pt x="0" y="0"/>
                    </a:lnTo>
                  </a:path>
                </a:pathLst>
              </a:custGeom>
              <a:ln cap="rnd" w="19050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</a:ln>
            </p:spPr>
            <p:txBody>
              <a:bodyPr anchor="ctr" rtlCol="0">
                <a:noAutofit/>
              </a:bodyPr>
              <a:lstStyle/>
              <a:p>
                <a:pPr algn="ctr"/>
                <a:r>
                  <a:rPr dirty="0" lang="en-US"/>
                  <a:t/>
                </a:r>
                <a:endParaRPr dirty="0" lang="en-US"/>
              </a:p>
            </p:txBody>
          </p:sp>
        </p:grpSp>
      </p:grpSp>
      <p:sp>
        <p:nvSpPr>
          <p:cNvPr id="9" name="">
            <a:extLst>
              <a:ext uri="{0B1452A0-CA10-4AE6-90CD-E4242DD74E04}">
                <a16:creationId xmlns:a16="http://schemas.microsoft.com/office/drawing/2010/main" id="{61AA4912-4B1B-4FAC-B702-543ED3592211}"/>
              </a:ext>
            </a:extLst>
          </p:cNvPr>
          <p:cNvSpPr/>
          <p:nvPr/>
        </p:nvSpPr>
        <p:spPr>
          <a:xfrm flipH="false" flipV="false" rot="0">
            <a:off x="0" y="4980784"/>
            <a:ext cx="9144000" cy="160982"/>
          </a:xfrm>
          <a:prstGeom prst="rect">
            <a:avLst/>
          </a:prstGeom>
          <a:solidFill>
            <a:schemeClr val="bg2">
              <a:lumMod val="65000"/>
            </a:schemeClr>
          </a:solidFill>
          <a:effectLst/>
        </p:spPr>
        <p:style>
          <a:lnRef idx="1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anchor="ctr" rtlCol="0">
            <a:noAutofit/>
          </a:bodyPr>
          <a:lstStyle/>
          <a:p>
            <a:pPr/>
            <a:r>
              <a:rPr dirty="0" lang="en-US"/>
              <a:t/>
            </a:r>
            <a:endParaRPr dirty="0" lang="en-US"/>
          </a:p>
        </p:txBody>
      </p:sp>
      <p:grpSp>
        <p:nvGrpSpPr>
          <p:cNvPr id="10" name="">
            <a:extLst>
              <a:ext uri="{78E29BDD-FD80-4A74-BE9F-16FCF6368573}">
                <a16:creationId xmlns:a16="http://schemas.microsoft.com/office/drawing/2010/main" id="{9EE298FF-38BC-4186-B7CA-63A21018B8A1}"/>
              </a:ext>
            </a:extLst>
          </p:cNvPr>
          <p:cNvGrpSpPr>
            <a:grpSpLocks noChangeAspect="true"/>
          </p:cNvGrpSpPr>
          <p:nvPr/>
        </p:nvGrpSpPr>
        <p:grpSpPr>
          <a:xfrm flipH="true" rot="0">
            <a:off x="-7486" y="3558835"/>
            <a:ext cx="398392" cy="1775517"/>
            <a:chOff x="0" y="-57150"/>
            <a:chExt cx="362045" cy="1613535"/>
          </a:xfrm>
        </p:grpSpPr>
        <p:grpSp>
          <p:nvGrpSpPr>
            <p:cNvPr id="11" name="shape-5754">
              <a:extLst>
                <a:ext uri="{766336F7-2755-4A14-B185-65BA5ABF53F8}">
                  <a16:creationId xmlns:a16="http://schemas.microsoft.com/office/drawing/2010/main" id="{2FF576E6-5C46-4E1E-8803-431E35025DA8}"/>
                </a:ext>
              </a:extLst>
            </p:cNvPr>
            <p:cNvGrpSpPr/>
            <p:nvPr/>
          </p:nvGrpSpPr>
          <p:grpSpPr>
            <a:xfrm>
              <a:off x="0" y="-57150"/>
              <a:ext cx="362045" cy="1613535"/>
              <a:chOff x="0" y="-57150"/>
              <a:chExt cx="362045" cy="1613535"/>
            </a:xfrm>
          </p:grpSpPr>
          <p:sp>
            <p:nvSpPr>
              <p:cNvPr id="12" name="shape-7013">
                <a:extLst>
                  <a:ext uri="{C0FDA5C3-5DF2-4205-A404-0D1F89BF7B9E}">
                    <a16:creationId xmlns:a16="http://schemas.microsoft.com/office/drawing/2010/main" id="{E7ADD33E-BC55-48D6-830A-194BF8D0EBC8}"/>
                  </a:ext>
                </a:extLst>
              </p:cNvPr>
              <p:cNvSpPr/>
              <p:nvPr/>
            </p:nvSpPr>
            <p:spPr>
              <a:xfrm>
                <a:off x="192976" y="-57150"/>
                <a:ext cx="169068" cy="1532382"/>
              </a:xfrm>
              <a:custGeom>
                <a:avLst/>
                <a:gdLst/>
                <a:ahLst/>
                <a:cxnLst/>
                <a:rect b="b" l="0" r="r" t="0"/>
                <a:pathLst>
                  <a:path h="1532382" w="169069">
                    <a:moveTo>
                      <a:pt x="169069" y="1461421"/>
                    </a:moveTo>
                    <a:lnTo>
                      <a:pt x="158782" y="0"/>
                    </a:lnTo>
                    <a:lnTo>
                      <a:pt x="0" y="1532382"/>
                    </a:lnTo>
                    <a:lnTo>
                      <a:pt x="169069" y="1461421"/>
                    </a:lnTo>
                    <a:close/>
                  </a:path>
                </a:pathLst>
              </a:custGeom>
              <a:solidFill>
                <a:srgbClr val="6b5e62"/>
              </a:solidFill>
            </p:spPr>
            <p:txBody>
              <a:bodyPr anchor="ctr" rtlCol="0">
                <a:noAutofit/>
              </a:bodyPr>
              <a:lstStyle/>
              <a:p>
                <a:pPr algn="ctr"/>
                <a:r>
                  <a:rPr dirty="0" lang="en-US"/>
                  <a:t/>
                </a:r>
                <a:endParaRPr dirty="0" lang="en-US"/>
              </a:p>
            </p:txBody>
          </p:sp>
          <p:sp>
            <p:nvSpPr>
              <p:cNvPr id="13" name="shape-30D5">
                <a:extLst>
                  <a:ext uri="{5F6A3DA6-D9CB-49C7-9307-4A7689366B86}">
                    <a16:creationId xmlns:a16="http://schemas.microsoft.com/office/drawing/2010/main" id="{10B6BBE7-BDCC-4135-B1B9-BB6B743B4AD6}"/>
                  </a:ext>
                </a:extLst>
              </p:cNvPr>
              <p:cNvSpPr/>
              <p:nvPr/>
            </p:nvSpPr>
            <p:spPr>
              <a:xfrm>
                <a:off x="0" y="-57150"/>
                <a:ext cx="351758" cy="1613535"/>
              </a:xfrm>
              <a:custGeom>
                <a:avLst/>
                <a:gdLst/>
                <a:ahLst/>
                <a:cxnLst/>
                <a:rect b="b" l="0" r="r" t="0"/>
                <a:pathLst>
                  <a:path h="1613535" w="351758">
                    <a:moveTo>
                      <a:pt x="0" y="1613535"/>
                    </a:moveTo>
                    <a:lnTo>
                      <a:pt x="351758" y="0"/>
                    </a:lnTo>
                    <a:lnTo>
                      <a:pt x="192977" y="1532382"/>
                    </a:lnTo>
                    <a:lnTo>
                      <a:pt x="0" y="1613535"/>
                    </a:lnTo>
                    <a:close/>
                  </a:path>
                </a:pathLst>
              </a:custGeom>
              <a:solidFill>
                <a:srgbClr val="4d4346"/>
              </a:solidFill>
            </p:spPr>
            <p:txBody>
              <a:bodyPr anchor="ctr" rtlCol="0">
                <a:noAutofit/>
              </a:bodyPr>
              <a:lstStyle/>
              <a:p>
                <a:pPr algn="ctr"/>
                <a:r>
                  <a:rPr dirty="0" lang="en-US"/>
                  <a:t/>
                </a:r>
                <a:endParaRPr dirty="0" lang="en-US"/>
              </a:p>
            </p:txBody>
          </p:sp>
        </p:grpSp>
      </p:grpSp>
    </p:spTree>
    <p:extLst>
      <p:ext uri="{A18B0A8F-C34C-476B-AF2D-18754BE0D199}">
        <p14:creationId xmlns:p14="http://schemas.microsoft.com/office/powerpoint/2010/main" val="1738040361083"/>
      </p:ext>
    </p:extLst>
  </p:cSld>
  <p:clrMapOvr>
    <a:masterClrMapping/>
  </p:clrMapOvr>
</p:sldLayout>
</file>

<file path=ppt/slideLayouts/slideLayout7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showMasterSp="true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>
            <a:extLst>
              <a:ext uri="{0AD58F0B-F72A-4544-82E0-AD09D1BFFD7C}">
                <a16:creationId xmlns:a16="http://schemas.microsoft.com/office/drawing/2010/main" id="{47FF7749-F7BA-4534-8CE0-6A58AA8AAA9E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/>
          <a:p>
            <a:pPr/>
            <a:r>
              <a:rPr dirty="0" lang="en-US"/>
              <a:t>&lt;#&gt;</a:t>
            </a:r>
            <a:endParaRPr dirty="0" lang="en-US"/>
          </a:p>
        </p:txBody>
      </p:sp>
      <p:sp>
        <p:nvSpPr>
          <p:cNvPr id="3" name="Footer Placeholder 2">
            <a:extLst>
              <a:ext uri="{84DCD417-2514-4DFE-9829-8C34055E73F5}">
                <a16:creationId xmlns:a16="http://schemas.microsoft.com/office/drawing/2010/main" id="{E253F05B-DD7D-4F5D-8FFA-A5D7704CE759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/>
          <a:p>
            <a:pPr/>
            <a:r>
              <a:rPr dirty="0" lang="en-US"/>
              <a:t>Footer</a:t>
            </a:r>
            <a:endParaRPr dirty="0" lang="en-US"/>
          </a:p>
        </p:txBody>
      </p:sp>
      <p:sp>
        <p:nvSpPr>
          <p:cNvPr id="4" name="Date Placeholder 1">
            <a:extLst>
              <a:ext uri="{42F254F0-E322-43BF-9FCD-FCF6652DB2D3}">
                <a16:creationId xmlns:a16="http://schemas.microsoft.com/office/drawing/2010/main" id="{BB0D5A0B-D8F4-46ED-901E-B0D5D0694794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/>
          <a:p>
            <a:pPr/>
            <a:r>
              <a:rPr dirty="0" lang="en-US"/>
              <a:t>Date</a:t>
            </a:r>
            <a:endParaRPr dirty="0" lang="en-US"/>
          </a:p>
        </p:txBody>
      </p:sp>
      <p:sp>
        <p:nvSpPr>
          <p:cNvPr id="5" name="">
            <a:extLst>
              <a:ext uri="{03A3D398-C9D7-4D7A-8C35-F3EF53012CB4}">
                <a16:creationId xmlns:a16="http://schemas.microsoft.com/office/drawing/2010/main" id="{CEAB1353-F45C-4676-AFE9-364D7B40A674}"/>
              </a:ext>
            </a:extLst>
          </p:cNvPr>
          <p:cNvSpPr/>
          <p:nvPr/>
        </p:nvSpPr>
        <p:spPr>
          <a:xfrm flipH="false" flipV="false" rot="0">
            <a:off x="0" y="4980784"/>
            <a:ext cx="9144000" cy="160982"/>
          </a:xfrm>
          <a:prstGeom prst="rect">
            <a:avLst/>
          </a:prstGeom>
          <a:solidFill>
            <a:schemeClr val="bg2">
              <a:lumMod val="65000"/>
            </a:schemeClr>
          </a:solidFill>
          <a:effectLst/>
        </p:spPr>
        <p:style>
          <a:lnRef idx="1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anchor="ctr" rtlCol="0">
            <a:noAutofit/>
          </a:bodyPr>
          <a:lstStyle/>
          <a:p>
            <a:pPr/>
            <a:r>
              <a:rPr dirty="0" lang="en-US"/>
              <a:t/>
            </a:r>
            <a:endParaRPr dirty="0" lang="en-US"/>
          </a:p>
        </p:txBody>
      </p:sp>
      <p:grpSp>
        <p:nvGrpSpPr>
          <p:cNvPr id="6" name="">
            <a:extLst>
              <a:ext uri="{F9A443BC-C3CC-493A-B3EF-108987649446}">
                <a16:creationId xmlns:a16="http://schemas.microsoft.com/office/drawing/2010/main" id="{96794DFC-D8BE-42F9-81B6-7CA423A6B5D9}"/>
              </a:ext>
            </a:extLst>
          </p:cNvPr>
          <p:cNvGrpSpPr>
            <a:grpSpLocks noChangeAspect="true"/>
          </p:cNvGrpSpPr>
          <p:nvPr/>
        </p:nvGrpSpPr>
        <p:grpSpPr>
          <a:xfrm flipH="true" rot="0">
            <a:off x="-7486" y="3558835"/>
            <a:ext cx="398392" cy="1775517"/>
            <a:chOff x="0" y="-57150"/>
            <a:chExt cx="362045" cy="1613535"/>
          </a:xfrm>
        </p:grpSpPr>
        <p:grpSp>
          <p:nvGrpSpPr>
            <p:cNvPr id="7" name="shape-5754">
              <a:extLst>
                <a:ext uri="{B8421439-EAD1-4DD3-A0ED-44FB97074BCA}">
                  <a16:creationId xmlns:a16="http://schemas.microsoft.com/office/drawing/2010/main" id="{9DADC3FC-EF06-4E99-8D13-BA1D256633E6}"/>
                </a:ext>
              </a:extLst>
            </p:cNvPr>
            <p:cNvGrpSpPr/>
            <p:nvPr/>
          </p:nvGrpSpPr>
          <p:grpSpPr>
            <a:xfrm>
              <a:off x="0" y="-57150"/>
              <a:ext cx="362045" cy="1613535"/>
              <a:chOff x="0" y="-57150"/>
              <a:chExt cx="362045" cy="1613535"/>
            </a:xfrm>
          </p:grpSpPr>
          <p:sp>
            <p:nvSpPr>
              <p:cNvPr id="8" name="shape-7013">
                <a:extLst>
                  <a:ext uri="{7896BE5D-66C4-4C52-81EE-C373F7777396}">
                    <a16:creationId xmlns:a16="http://schemas.microsoft.com/office/drawing/2010/main" id="{68920730-D715-4D59-AA35-F7D3B1517F7F}"/>
                  </a:ext>
                </a:extLst>
              </p:cNvPr>
              <p:cNvSpPr/>
              <p:nvPr/>
            </p:nvSpPr>
            <p:spPr>
              <a:xfrm>
                <a:off x="192976" y="-57150"/>
                <a:ext cx="169068" cy="1532382"/>
              </a:xfrm>
              <a:custGeom>
                <a:avLst/>
                <a:gdLst/>
                <a:ahLst/>
                <a:cxnLst/>
                <a:rect b="b" l="0" r="r" t="0"/>
                <a:pathLst>
                  <a:path h="1532382" w="169069">
                    <a:moveTo>
                      <a:pt x="169069" y="1461421"/>
                    </a:moveTo>
                    <a:lnTo>
                      <a:pt x="158782" y="0"/>
                    </a:lnTo>
                    <a:lnTo>
                      <a:pt x="0" y="1532382"/>
                    </a:lnTo>
                    <a:lnTo>
                      <a:pt x="169069" y="1461421"/>
                    </a:lnTo>
                    <a:close/>
                  </a:path>
                </a:pathLst>
              </a:custGeom>
              <a:solidFill>
                <a:srgbClr val="6b5e62"/>
              </a:solidFill>
            </p:spPr>
            <p:txBody>
              <a:bodyPr anchor="ctr" rtlCol="0">
                <a:noAutofit/>
              </a:bodyPr>
              <a:lstStyle/>
              <a:p>
                <a:pPr algn="ctr"/>
                <a:r>
                  <a:rPr dirty="0" lang="en-US"/>
                  <a:t/>
                </a:r>
                <a:endParaRPr dirty="0" lang="en-US"/>
              </a:p>
            </p:txBody>
          </p:sp>
          <p:sp>
            <p:nvSpPr>
              <p:cNvPr id="9" name="shape-30D5">
                <a:extLst>
                  <a:ext uri="{EB5AB31C-ADBE-445F-8F8B-C20EE67C465D}">
                    <a16:creationId xmlns:a16="http://schemas.microsoft.com/office/drawing/2010/main" id="{21FFB8CC-C946-4712-8A2E-B76CD4707D32}"/>
                  </a:ext>
                </a:extLst>
              </p:cNvPr>
              <p:cNvSpPr/>
              <p:nvPr/>
            </p:nvSpPr>
            <p:spPr>
              <a:xfrm>
                <a:off x="0" y="-57150"/>
                <a:ext cx="351758" cy="1613535"/>
              </a:xfrm>
              <a:custGeom>
                <a:avLst/>
                <a:gdLst/>
                <a:ahLst/>
                <a:cxnLst/>
                <a:rect b="b" l="0" r="r" t="0"/>
                <a:pathLst>
                  <a:path h="1613535" w="351758">
                    <a:moveTo>
                      <a:pt x="0" y="1613535"/>
                    </a:moveTo>
                    <a:lnTo>
                      <a:pt x="351758" y="0"/>
                    </a:lnTo>
                    <a:lnTo>
                      <a:pt x="192977" y="1532382"/>
                    </a:lnTo>
                    <a:lnTo>
                      <a:pt x="0" y="1613535"/>
                    </a:lnTo>
                    <a:close/>
                  </a:path>
                </a:pathLst>
              </a:custGeom>
              <a:solidFill>
                <a:srgbClr val="4d4346"/>
              </a:solidFill>
            </p:spPr>
            <p:txBody>
              <a:bodyPr anchor="ctr" rtlCol="0">
                <a:noAutofit/>
              </a:bodyPr>
              <a:lstStyle/>
              <a:p>
                <a:pPr algn="ctr"/>
                <a:r>
                  <a:rPr dirty="0" lang="en-US"/>
                  <a:t/>
                </a:r>
                <a:endParaRPr dirty="0" lang="en-US"/>
              </a:p>
            </p:txBody>
          </p:sp>
        </p:grpSp>
      </p:grpSp>
    </p:spTree>
    <p:extLst>
      <p:ext uri="{699C56E9-3B77-43C0-8EFB-55949973C356}">
        <p14:creationId xmlns:p14="http://schemas.microsoft.com/office/powerpoint/2010/main" val="1738040361084"/>
      </p:ext>
    </p:extLst>
  </p:cSld>
  <p:clrMapOvr>
    <a:masterClrMapping/>
  </p:clrMapOvr>
</p:sldLayout>
</file>

<file path=ppt/slideLayouts/slideLayout8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showMasterSp="true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5BD6DDC-53AF-4787-B813-F86A790A38AE}">
                <a16:creationId xmlns:a16="http://schemas.microsoft.com/office/drawing/2010/main" id="{6860AEDA-0B35-4E4C-8DB6-D1B4B60AE0D4}"/>
              </a:ext>
            </a:extLst>
          </p:cNvPr>
          <p:cNvSpPr>
            <a:spLocks noGrp="true"/>
          </p:cNvSpPr>
          <p:nvPr>
            <p:ph type="title"/>
          </p:nvPr>
        </p:nvSpPr>
        <p:spPr/>
        <p:txBody>
          <a:bodyPr rtlCol="0"/>
          <a:lstStyle>
            <a:lvl1pPr lvl="0"/>
          </a:lstStyle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3" name="Text Placeholder 3">
            <a:extLst>
              <a:ext uri="{97EC2CF3-23CB-4694-B865-D53DA5687786}">
                <a16:creationId xmlns:a16="http://schemas.microsoft.com/office/drawing/2010/main" id="{72524390-7F9F-4A65-AFD6-78B25E61F5F9}"/>
              </a:ext>
            </a:extLst>
          </p:cNvPr>
          <p:cNvSpPr>
            <a:spLocks noGrp="true"/>
          </p:cNvSpPr>
          <p:nvPr>
            <p:ph idx="1" type="body"/>
          </p:nvPr>
        </p:nvSpPr>
        <p:spPr>
          <a:xfrm rot="0">
            <a:off x="762000" y="1455900"/>
            <a:ext cx="2822399" cy="2984400"/>
          </a:xfrm>
        </p:spPr>
        <p:txBody>
          <a:bodyPr anchor="t" bIns="45720" lIns="91440" rIns="91440" rtlCol="0" tIns="93600">
            <a:normAutofit/>
          </a:bodyPr>
          <a:lstStyle>
            <a:lvl1pPr indent="0" lvl="0" marL="0">
              <a:buNone/>
            </a:lvl1pPr>
          </a:lstStyle>
          <a:p>
            <a:pPr/>
            <a:r>
              <a:rPr dirty="0" lang="en-US"/>
              <a:t>Click to edit Master text styles</a:t>
            </a:r>
            <a:endParaRPr dirty="0" lang="en-US"/>
          </a:p>
        </p:txBody>
      </p:sp>
      <p:sp>
        <p:nvSpPr>
          <p:cNvPr id="4" name="Content Placeholder 2">
            <a:extLst>
              <a:ext uri="{F17DAADF-D03F-4B16-B76D-295BAADD6FBC}">
                <a16:creationId xmlns:a16="http://schemas.microsoft.com/office/drawing/2010/main" id="{C0F50B4E-5AAD-401C-BAA2-8B0738C15038}"/>
              </a:ext>
            </a:extLst>
          </p:cNvPr>
          <p:cNvSpPr>
            <a:spLocks noGrp="true"/>
          </p:cNvSpPr>
          <p:nvPr>
            <p:ph idx="2"/>
          </p:nvPr>
        </p:nvSpPr>
        <p:spPr>
          <a:xfrm rot="0">
            <a:off x="3776758" y="1447800"/>
            <a:ext cx="4605242" cy="3000375"/>
          </a:xfrm>
        </p:spPr>
        <p:txBody>
          <a:bodyPr rtlCol="0"/>
          <a:lstStyle>
            <a:lvl1pPr lvl="0"/>
            <a:lvl2pPr lvl="1"/>
            <a:lvl3pPr lvl="2"/>
            <a:lvl4pPr lvl="3"/>
            <a:lvl5pPr lvl="4"/>
          </a:lstStyle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  <a:endParaRPr dirty="0" lang="en-US"/>
          </a:p>
        </p:txBody>
      </p:sp>
      <p:sp>
        <p:nvSpPr>
          <p:cNvPr id="5" name="Slide Number Placeholder 3">
            <a:extLst>
              <a:ext uri="{CD8BBB4E-FBA3-48A5-8FD0-60AEE3727CE0}">
                <a16:creationId xmlns:a16="http://schemas.microsoft.com/office/drawing/2010/main" id="{10B127B6-96D1-4F99-ABF0-6C19684DB8B5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/>
          <a:p>
            <a:pPr/>
            <a:r>
              <a:rPr dirty="0" lang="en-US"/>
              <a:t>&lt;#&gt;</a:t>
            </a:r>
            <a:endParaRPr dirty="0" lang="en-US"/>
          </a:p>
        </p:txBody>
      </p:sp>
      <p:sp>
        <p:nvSpPr>
          <p:cNvPr id="6" name="Footer Placeholder 2">
            <a:extLst>
              <a:ext uri="{9BE21A69-5EF3-4560-9984-1CF8E2A0CFD6}">
                <a16:creationId xmlns:a16="http://schemas.microsoft.com/office/drawing/2010/main" id="{7D4BEA75-A7E1-4FB4-A1E4-C50FAC7D5A53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/>
          <a:p>
            <a:pPr/>
            <a:r>
              <a:rPr dirty="0" lang="en-US"/>
              <a:t>Footer</a:t>
            </a:r>
            <a:endParaRPr dirty="0" lang="en-US"/>
          </a:p>
        </p:txBody>
      </p:sp>
      <p:sp>
        <p:nvSpPr>
          <p:cNvPr id="7" name="Date Placeholder 1">
            <a:extLst>
              <a:ext uri="{0CF46936-8994-459C-994C-574FD3E17A60}">
                <a16:creationId xmlns:a16="http://schemas.microsoft.com/office/drawing/2010/main" id="{AEDDFCCE-32C2-49F4-BD23-57E8DEB14BFF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/>
          <a:p>
            <a:pPr/>
            <a:r>
              <a:rPr dirty="0" lang="en-US"/>
              <a:t>Date</a:t>
            </a:r>
            <a:endParaRPr dirty="0" lang="en-US"/>
          </a:p>
        </p:txBody>
      </p:sp>
      <p:sp>
        <p:nvSpPr>
          <p:cNvPr id="8" name="">
            <a:extLst>
              <a:ext uri="{DC615A35-B690-478A-855A-7C1370F6BD6C}">
                <a16:creationId xmlns:a16="http://schemas.microsoft.com/office/drawing/2010/main" id="{AFE4960A-FB1F-47D8-8234-3C3DDEE484E0}"/>
              </a:ext>
            </a:extLst>
          </p:cNvPr>
          <p:cNvSpPr/>
          <p:nvPr/>
        </p:nvSpPr>
        <p:spPr>
          <a:xfrm flipH="false" flipV="false" rot="0">
            <a:off x="0" y="4980784"/>
            <a:ext cx="9144000" cy="160982"/>
          </a:xfrm>
          <a:prstGeom prst="rect">
            <a:avLst/>
          </a:prstGeom>
          <a:solidFill>
            <a:schemeClr val="bg2">
              <a:lumMod val="65000"/>
            </a:schemeClr>
          </a:solidFill>
          <a:effectLst/>
        </p:spPr>
        <p:style>
          <a:lnRef idx="1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anchor="ctr" rtlCol="0">
            <a:noAutofit/>
          </a:bodyPr>
          <a:lstStyle/>
          <a:p>
            <a:pPr/>
            <a:r>
              <a:rPr dirty="0" lang="en-US"/>
              <a:t/>
            </a:r>
            <a:endParaRPr dirty="0" lang="en-US"/>
          </a:p>
        </p:txBody>
      </p:sp>
      <p:grpSp>
        <p:nvGrpSpPr>
          <p:cNvPr id="9" name="">
            <a:extLst>
              <a:ext uri="{1648E5BE-1134-4EA4-8745-BB67C8D95CB5}">
                <a16:creationId xmlns:a16="http://schemas.microsoft.com/office/drawing/2010/main" id="{882FA336-9E3F-4D53-A09A-5445C4853311}"/>
              </a:ext>
            </a:extLst>
          </p:cNvPr>
          <p:cNvGrpSpPr>
            <a:grpSpLocks noChangeAspect="true"/>
          </p:cNvGrpSpPr>
          <p:nvPr/>
        </p:nvGrpSpPr>
        <p:grpSpPr>
          <a:xfrm rot="0">
            <a:off x="8788899" y="3682717"/>
            <a:ext cx="362045" cy="1613535"/>
            <a:chOff x="0" y="-57150"/>
            <a:chExt cx="362045" cy="1613535"/>
          </a:xfrm>
        </p:grpSpPr>
        <p:grpSp>
          <p:nvGrpSpPr>
            <p:cNvPr id="10" name="shape-5754">
              <a:extLst>
                <a:ext uri="{2E29E899-0880-43C6-9299-8FC8A7AF157E}">
                  <a16:creationId xmlns:a16="http://schemas.microsoft.com/office/drawing/2010/main" id="{58214479-789A-4378-A58E-6A55D08D9385}"/>
                </a:ext>
              </a:extLst>
            </p:cNvPr>
            <p:cNvGrpSpPr/>
            <p:nvPr/>
          </p:nvGrpSpPr>
          <p:grpSpPr>
            <a:xfrm>
              <a:off x="0" y="-57150"/>
              <a:ext cx="362045" cy="1613535"/>
              <a:chOff x="0" y="-57150"/>
              <a:chExt cx="362045" cy="1613535"/>
            </a:xfrm>
          </p:grpSpPr>
          <p:sp>
            <p:nvSpPr>
              <p:cNvPr id="11" name="shape-7013">
                <a:extLst>
                  <a:ext uri="{33F62C14-9E2F-48E2-8858-260446E35FB1}">
                    <a16:creationId xmlns:a16="http://schemas.microsoft.com/office/drawing/2010/main" id="{0E61C105-7E3D-43B5-B335-88E8EC5FB740}"/>
                  </a:ext>
                </a:extLst>
              </p:cNvPr>
              <p:cNvSpPr/>
              <p:nvPr/>
            </p:nvSpPr>
            <p:spPr>
              <a:xfrm>
                <a:off x="192976" y="-57150"/>
                <a:ext cx="169068" cy="1532382"/>
              </a:xfrm>
              <a:custGeom>
                <a:avLst/>
                <a:gdLst/>
                <a:ahLst/>
                <a:cxnLst/>
                <a:rect b="b" l="0" r="r" t="0"/>
                <a:pathLst>
                  <a:path h="1532382" w="169069">
                    <a:moveTo>
                      <a:pt x="169069" y="1461421"/>
                    </a:moveTo>
                    <a:lnTo>
                      <a:pt x="158782" y="0"/>
                    </a:lnTo>
                    <a:lnTo>
                      <a:pt x="0" y="1532382"/>
                    </a:lnTo>
                    <a:lnTo>
                      <a:pt x="169069" y="1461421"/>
                    </a:lnTo>
                    <a:close/>
                  </a:path>
                </a:pathLst>
              </a:custGeom>
              <a:solidFill>
                <a:srgbClr val="6b5e62"/>
              </a:solidFill>
            </p:spPr>
            <p:txBody>
              <a:bodyPr anchor="ctr" rtlCol="0">
                <a:noAutofit/>
              </a:bodyPr>
              <a:lstStyle/>
              <a:p>
                <a:pPr algn="ctr"/>
                <a:r>
                  <a:rPr dirty="0" lang="en-US"/>
                  <a:t/>
                </a:r>
                <a:endParaRPr dirty="0" lang="en-US"/>
              </a:p>
            </p:txBody>
          </p:sp>
          <p:sp>
            <p:nvSpPr>
              <p:cNvPr id="12" name="shape-30D5">
                <a:extLst>
                  <a:ext uri="{070F336A-4DEF-400C-9B6B-AA5491508317}">
                    <a16:creationId xmlns:a16="http://schemas.microsoft.com/office/drawing/2010/main" id="{972A89D1-AAB7-40C0-A067-F8EE562F3313}"/>
                  </a:ext>
                </a:extLst>
              </p:cNvPr>
              <p:cNvSpPr/>
              <p:nvPr/>
            </p:nvSpPr>
            <p:spPr>
              <a:xfrm>
                <a:off x="0" y="-57150"/>
                <a:ext cx="351758" cy="1613535"/>
              </a:xfrm>
              <a:custGeom>
                <a:avLst/>
                <a:gdLst/>
                <a:ahLst/>
                <a:cxnLst/>
                <a:rect b="b" l="0" r="r" t="0"/>
                <a:pathLst>
                  <a:path h="1613535" w="351758">
                    <a:moveTo>
                      <a:pt x="0" y="1613535"/>
                    </a:moveTo>
                    <a:lnTo>
                      <a:pt x="351758" y="0"/>
                    </a:lnTo>
                    <a:lnTo>
                      <a:pt x="192977" y="1532382"/>
                    </a:lnTo>
                    <a:lnTo>
                      <a:pt x="0" y="1613535"/>
                    </a:lnTo>
                    <a:close/>
                  </a:path>
                </a:pathLst>
              </a:custGeom>
              <a:solidFill>
                <a:srgbClr val="4d4346"/>
              </a:solidFill>
            </p:spPr>
            <p:txBody>
              <a:bodyPr anchor="ctr" rtlCol="0">
                <a:noAutofit/>
              </a:bodyPr>
              <a:lstStyle/>
              <a:p>
                <a:pPr algn="ctr"/>
                <a:r>
                  <a:rPr dirty="0" lang="en-US"/>
                  <a:t/>
                </a:r>
                <a:endParaRPr dirty="0" lang="en-US"/>
              </a:p>
            </p:txBody>
          </p:sp>
        </p:grpSp>
      </p:grpSp>
      <p:grpSp>
        <p:nvGrpSpPr>
          <p:cNvPr id="13" name="">
            <a:extLst>
              <a:ext uri="{BFABC158-87A6-49D5-908F-621CC5DF37B1}">
                <a16:creationId xmlns:a16="http://schemas.microsoft.com/office/drawing/2010/main" id="{8380622E-2AB7-4BA2-AFD7-0E7832774C75}"/>
              </a:ext>
            </a:extLst>
          </p:cNvPr>
          <p:cNvGrpSpPr>
            <a:grpSpLocks noChangeAspect="true"/>
          </p:cNvGrpSpPr>
          <p:nvPr/>
        </p:nvGrpSpPr>
        <p:grpSpPr>
          <a:xfrm flipH="true" flipV="true" rot="5400000">
            <a:off x="570147" y="270614"/>
            <a:ext cx="1139104" cy="1014117"/>
            <a:chOff x="0" y="0"/>
            <a:chExt cx="1681734" cy="1497234"/>
          </a:xfrm>
        </p:grpSpPr>
        <p:grpSp>
          <p:nvGrpSpPr>
            <p:cNvPr id="14" name="shape-5FAC">
              <a:extLst>
                <a:ext uri="{FCE6A7DD-3664-46A2-82C4-C106232A93A7}">
                  <a16:creationId xmlns:a16="http://schemas.microsoft.com/office/drawing/2010/main" id="{3225F50B-543B-4A57-8F07-493027B182C0}"/>
                </a:ext>
              </a:extLst>
            </p:cNvPr>
            <p:cNvGrpSpPr/>
            <p:nvPr/>
          </p:nvGrpSpPr>
          <p:grpSpPr>
            <a:xfrm>
              <a:off x="9525" y="9525"/>
              <a:ext cx="1662684" cy="1478184"/>
              <a:chOff x="9525" y="9525"/>
              <a:chExt cx="1662684" cy="1478184"/>
            </a:xfrm>
          </p:grpSpPr>
          <p:sp>
            <p:nvSpPr>
              <p:cNvPr id="15" name="shape-EE30">
                <a:extLst>
                  <a:ext uri="{FA48AB6D-DAC7-45FC-A4D0-F97C81065A7B}">
                    <a16:creationId xmlns:a16="http://schemas.microsoft.com/office/drawing/2010/main" id="{04FBB74E-EB4E-4F8B-9D30-0F8BDFA23AD8}"/>
                  </a:ext>
                </a:extLst>
              </p:cNvPr>
              <p:cNvSpPr/>
              <p:nvPr/>
            </p:nvSpPr>
            <p:spPr>
              <a:xfrm>
                <a:off x="9525" y="9525"/>
                <a:ext cx="1662684" cy="1478184"/>
              </a:xfrm>
              <a:custGeom>
                <a:avLst/>
                <a:gdLst/>
                <a:ahLst/>
                <a:cxnLst/>
                <a:rect b="b" l="0" r="r" t="0"/>
                <a:pathLst>
                  <a:path h="1478185" w="1662684">
                    <a:moveTo>
                      <a:pt x="1662684" y="1478185"/>
                    </a:moveTo>
                    <a:lnTo>
                      <a:pt x="1662684" y="131350"/>
                    </a:lnTo>
                    <a:cubicBezTo>
                      <a:pt x="1662684" y="58769"/>
                      <a:pt x="1603915" y="0"/>
                      <a:pt x="1531334" y="0"/>
                    </a:cubicBezTo>
                    <a:lnTo>
                      <a:pt x="0" y="0"/>
                    </a:lnTo>
                  </a:path>
                </a:pathLst>
              </a:custGeom>
              <a:ln cap="rnd" w="19050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</a:ln>
            </p:spPr>
            <p:txBody>
              <a:bodyPr anchor="ctr" rtlCol="0">
                <a:noAutofit/>
              </a:bodyPr>
              <a:lstStyle/>
              <a:p>
                <a:pPr algn="ctr"/>
                <a:r>
                  <a:rPr dirty="0" lang="en-US"/>
                  <a:t/>
                </a:r>
                <a:endParaRPr dirty="0" lang="en-US"/>
              </a:p>
            </p:txBody>
          </p:sp>
        </p:grpSp>
      </p:grpSp>
    </p:spTree>
    <p:extLst>
      <p:ext uri="{0DD39B16-3B03-493B-9DD7-E6355DFC1BFF}">
        <p14:creationId xmlns:p14="http://schemas.microsoft.com/office/powerpoint/2010/main" val="1738040361085"/>
      </p:ext>
    </p:extLst>
  </p:cSld>
  <p:clrMapOvr>
    <a:masterClrMapping/>
  </p:clrMapOvr>
</p:sldLayout>
</file>

<file path=ppt/slideLayouts/slideLayout9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6">
            <a:extLst>
              <a:ext uri="{DF37A16A-45C0-4F31-AC8D-89AE6DC8D652}">
                <a16:creationId xmlns:a16="http://schemas.microsoft.com/office/drawing/2010/main" id="{11DF9A11-D22C-4F32-A316-F5BBC3F554FA}"/>
              </a:ext>
            </a:extLst>
          </p:cNvPr>
          <p:cNvSpPr/>
          <p:nvPr/>
        </p:nvSpPr>
        <p:spPr>
          <a:xfrm rot="0">
            <a:off x="5801515" y="1427778"/>
            <a:ext cx="2584770" cy="3037027"/>
          </a:xfrm>
          <a:prstGeom prst="rect">
            <a:avLst/>
          </a:prstGeom>
          <a:noFill/>
          <a:ln cap="flat" w="6350">
            <a:solidFill>
              <a:schemeClr val="tx1">
                <a:alpha val="65000"/>
                <a:lumMod val="65000"/>
                <a:lumOff val="35000"/>
              </a:schemeClr>
            </a:solidFill>
            <a:prstDash val="solid"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anchor="ctr" rtlCol="0"/>
          <a:lstStyle/>
          <a:p>
            <a:pPr/>
            <a:r>
              <a:rPr dirty="0" lang="en-US">
                <a:latin typeface="+mn-lt"/>
              </a:rPr>
              <a:t/>
            </a:r>
            <a:endParaRPr dirty="0" lang="en-US">
              <a:latin typeface="+mn-lt"/>
            </a:endParaRPr>
          </a:p>
        </p:txBody>
      </p:sp>
      <p:sp>
        <p:nvSpPr>
          <p:cNvPr id="3" name="Title 1">
            <a:extLst>
              <a:ext uri="{CF863161-7BAD-4CD0-9277-112493C0A58A}">
                <a16:creationId xmlns:a16="http://schemas.microsoft.com/office/drawing/2010/main" id="{F9B35796-926F-46C0-A8B2-9CF12F573C59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 rot="0">
            <a:off x="762000" y="349043"/>
            <a:ext cx="7620000" cy="857250"/>
          </a:xfrm>
        </p:spPr>
        <p:txBody>
          <a:bodyPr rtlCol="0"/>
          <a:lstStyle>
            <a:lvl1pPr lvl="0"/>
          </a:lstStyle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4" name="Text Placeholder 3">
            <a:extLst>
              <a:ext uri="{22DC2824-9489-44F8-9991-48CD4931BF39}">
                <a16:creationId xmlns:a16="http://schemas.microsoft.com/office/drawing/2010/main" id="{5361EBC8-BC9B-4355-B2FD-E04F9EB5600C}"/>
              </a:ext>
            </a:extLst>
          </p:cNvPr>
          <p:cNvSpPr>
            <a:spLocks noGrp="true"/>
          </p:cNvSpPr>
          <p:nvPr>
            <p:ph idx="1" type="body"/>
          </p:nvPr>
        </p:nvSpPr>
        <p:spPr>
          <a:xfrm rot="0">
            <a:off x="762000" y="1455896"/>
            <a:ext cx="4671593" cy="2984401"/>
          </a:xfrm>
        </p:spPr>
        <p:txBody>
          <a:bodyPr anchor="t" bIns="45720" lIns="91440" rIns="91440" rtlCol="0" tIns="93600">
            <a:normAutofit/>
          </a:bodyPr>
          <a:lstStyle>
            <a:lvl1pPr indent="0" lvl="0" marL="0">
              <a:buNone/>
            </a:lvl1pPr>
          </a:lstStyle>
          <a:p>
            <a:pPr/>
            <a:r>
              <a:rPr dirty="0" lang="en-US"/>
              <a:t>Click to edit Master text styles</a:t>
            </a:r>
            <a:endParaRPr dirty="0" lang="en-US"/>
          </a:p>
        </p:txBody>
      </p:sp>
      <p:sp>
        <p:nvSpPr>
          <p:cNvPr id="5" name="Picture Placeholder 2">
            <a:extLst>
              <a:ext uri="{07F07494-66B5-438B-867B-87CE0A8BAD67}">
                <a16:creationId xmlns:a16="http://schemas.microsoft.com/office/drawing/2010/main" id="{D4B8589A-11EB-4688-976C-6DCB31202242}"/>
              </a:ext>
            </a:extLst>
          </p:cNvPr>
          <p:cNvSpPr>
            <a:spLocks noGrp="true"/>
          </p:cNvSpPr>
          <p:nvPr>
            <p:ph idx="2" type="pic"/>
          </p:nvPr>
        </p:nvSpPr>
        <p:spPr>
          <a:xfrm rot="0">
            <a:off x="5716342" y="1492948"/>
            <a:ext cx="2599372" cy="2925965"/>
          </a:xfrm>
          <a:solidFill>
            <a:schemeClr val="bg1">
              <a:lumMod val="95000"/>
            </a:schemeClr>
          </a:solidFill>
          <a:ln w="38100">
            <a:noFill/>
            <a:miter lim="800000"/>
          </a:ln>
        </p:spPr>
        <p:txBody>
          <a:bodyPr rtlCol="0"/>
          <a:lstStyle/>
          <a:p>
            <a:pPr/>
            <a:r>
              <a:rPr dirty="0" lang="en-US"/>
              <a:t>Click icon to add picture</a:t>
            </a:r>
            <a:endParaRPr dirty="0" lang="en-US"/>
          </a:p>
        </p:txBody>
      </p:sp>
      <p:sp>
        <p:nvSpPr>
          <p:cNvPr id="6" name="Slide Number Placeholder 4">
            <a:extLst>
              <a:ext uri="{6A5A9ED2-CA09-4482-A97A-F9BF6C2CAC77}">
                <a16:creationId xmlns:a16="http://schemas.microsoft.com/office/drawing/2010/main" id="{9B6049D6-5B20-487B-85F7-B689D4DBE45B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/>
          <a:p>
            <a:pPr/>
            <a:r>
              <a:rPr dirty="0" lang="en-US"/>
              <a:t>&lt;#&gt;</a:t>
            </a:r>
            <a:endParaRPr dirty="0" lang="en-US"/>
          </a:p>
        </p:txBody>
      </p:sp>
      <p:sp>
        <p:nvSpPr>
          <p:cNvPr id="7" name="Footer Placeholder 3">
            <a:extLst>
              <a:ext uri="{7E142676-AD34-431A-861A-24C078C994A0}">
                <a16:creationId xmlns:a16="http://schemas.microsoft.com/office/drawing/2010/main" id="{52031572-F1F7-43B8-B844-B9D1C1ED87CE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/>
          <a:p>
            <a:pPr/>
            <a:r>
              <a:rPr dirty="0" lang="en-US"/>
              <a:t>Footer</a:t>
            </a:r>
            <a:endParaRPr dirty="0" lang="en-US"/>
          </a:p>
        </p:txBody>
      </p:sp>
      <p:sp>
        <p:nvSpPr>
          <p:cNvPr id="8" name="Date Placeholder 1">
            <a:extLst>
              <a:ext uri="{0CBB7AA8-A603-4B6D-8974-CCA763CD598E}">
                <a16:creationId xmlns:a16="http://schemas.microsoft.com/office/drawing/2010/main" id="{177FDF55-A589-47A2-9CE9-410B07861B77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/>
          <a:p>
            <a:pPr/>
            <a:r>
              <a:rPr dirty="0" lang="en-US"/>
              <a:t>Date</a:t>
            </a:r>
            <a:endParaRPr dirty="0" lang="en-US"/>
          </a:p>
        </p:txBody>
      </p:sp>
      <p:sp>
        <p:nvSpPr>
          <p:cNvPr id="9" name="">
            <a:extLst>
              <a:ext uri="{76721666-AAAF-4BB7-9F3A-EF98FFF84916}">
                <a16:creationId xmlns:a16="http://schemas.microsoft.com/office/drawing/2010/main" id="{F8FB5E01-0A1A-40C6-BF81-3B530DD1CF21}"/>
              </a:ext>
            </a:extLst>
          </p:cNvPr>
          <p:cNvSpPr/>
          <p:nvPr/>
        </p:nvSpPr>
        <p:spPr>
          <a:xfrm flipH="false" flipV="false" rot="0">
            <a:off x="0" y="4980784"/>
            <a:ext cx="9144000" cy="160982"/>
          </a:xfrm>
          <a:prstGeom prst="rect">
            <a:avLst/>
          </a:prstGeom>
          <a:solidFill>
            <a:schemeClr val="bg2">
              <a:lumMod val="65000"/>
            </a:schemeClr>
          </a:solidFill>
          <a:effectLst/>
        </p:spPr>
        <p:style>
          <a:lnRef idx="1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anchor="ctr" rtlCol="0">
            <a:noAutofit/>
          </a:bodyPr>
          <a:lstStyle/>
          <a:p>
            <a:pPr/>
            <a:r>
              <a:rPr dirty="0" lang="en-US"/>
              <a:t/>
            </a:r>
            <a:endParaRPr dirty="0" lang="en-US"/>
          </a:p>
        </p:txBody>
      </p:sp>
      <p:grpSp>
        <p:nvGrpSpPr>
          <p:cNvPr id="10" name="">
            <a:extLst>
              <a:ext uri="{6CA9CF9E-8CA2-4F9C-A502-1882CF8DB93A}">
                <a16:creationId xmlns:a16="http://schemas.microsoft.com/office/drawing/2010/main" id="{F380B719-F68A-448C-A8CA-16FB66F31CC6}"/>
              </a:ext>
            </a:extLst>
          </p:cNvPr>
          <p:cNvGrpSpPr>
            <a:grpSpLocks noChangeAspect="true"/>
          </p:cNvGrpSpPr>
          <p:nvPr/>
        </p:nvGrpSpPr>
        <p:grpSpPr>
          <a:xfrm flipH="true" rot="0">
            <a:off x="-9658" y="3909841"/>
            <a:ext cx="312639" cy="1393355"/>
            <a:chOff x="0" y="-57150"/>
            <a:chExt cx="362045" cy="1613535"/>
          </a:xfrm>
        </p:grpSpPr>
        <p:grpSp>
          <p:nvGrpSpPr>
            <p:cNvPr id="11" name="shape-5754">
              <a:extLst>
                <a:ext uri="{8C94B420-853C-49A8-A2DF-7B4209D115B2}">
                  <a16:creationId xmlns:a16="http://schemas.microsoft.com/office/drawing/2010/main" id="{3F517859-6564-49F4-ADDA-E2884CA4E1B8}"/>
                </a:ext>
              </a:extLst>
            </p:cNvPr>
            <p:cNvGrpSpPr/>
            <p:nvPr/>
          </p:nvGrpSpPr>
          <p:grpSpPr>
            <a:xfrm>
              <a:off x="0" y="-57150"/>
              <a:ext cx="362045" cy="1613535"/>
              <a:chOff x="0" y="-57150"/>
              <a:chExt cx="362045" cy="1613535"/>
            </a:xfrm>
          </p:grpSpPr>
          <p:sp>
            <p:nvSpPr>
              <p:cNvPr id="12" name="shape-7013">
                <a:extLst>
                  <a:ext uri="{314F569F-2D32-49E8-8660-25BCBB0DE30D}">
                    <a16:creationId xmlns:a16="http://schemas.microsoft.com/office/drawing/2010/main" id="{9B520D18-96F9-4D4C-B18E-3B93D3CB7924}"/>
                  </a:ext>
                </a:extLst>
              </p:cNvPr>
              <p:cNvSpPr/>
              <p:nvPr/>
            </p:nvSpPr>
            <p:spPr>
              <a:xfrm>
                <a:off x="192976" y="-57150"/>
                <a:ext cx="169068" cy="1532382"/>
              </a:xfrm>
              <a:custGeom>
                <a:avLst/>
                <a:gdLst/>
                <a:ahLst/>
                <a:cxnLst/>
                <a:rect b="b" l="0" r="r" t="0"/>
                <a:pathLst>
                  <a:path h="1532382" w="169069">
                    <a:moveTo>
                      <a:pt x="169069" y="1461421"/>
                    </a:moveTo>
                    <a:lnTo>
                      <a:pt x="158782" y="0"/>
                    </a:lnTo>
                    <a:lnTo>
                      <a:pt x="0" y="1532382"/>
                    </a:lnTo>
                    <a:lnTo>
                      <a:pt x="169069" y="1461421"/>
                    </a:lnTo>
                    <a:close/>
                  </a:path>
                </a:pathLst>
              </a:custGeom>
              <a:solidFill>
                <a:srgbClr val="6b5e62"/>
              </a:solidFill>
            </p:spPr>
            <p:txBody>
              <a:bodyPr anchor="ctr" rtlCol="0">
                <a:noAutofit/>
              </a:bodyPr>
              <a:lstStyle/>
              <a:p>
                <a:pPr algn="ctr"/>
                <a:r>
                  <a:rPr dirty="0" lang="en-US"/>
                  <a:t/>
                </a:r>
                <a:endParaRPr dirty="0" lang="en-US"/>
              </a:p>
            </p:txBody>
          </p:sp>
          <p:sp>
            <p:nvSpPr>
              <p:cNvPr id="13" name="shape-30D5">
                <a:extLst>
                  <a:ext uri="{B2D3E381-0A79-40EF-B0D9-59401BFF8962}">
                    <a16:creationId xmlns:a16="http://schemas.microsoft.com/office/drawing/2010/main" id="{6EB39285-D39F-47CC-ADC8-B76D310F9155}"/>
                  </a:ext>
                </a:extLst>
              </p:cNvPr>
              <p:cNvSpPr/>
              <p:nvPr/>
            </p:nvSpPr>
            <p:spPr>
              <a:xfrm>
                <a:off x="0" y="-57150"/>
                <a:ext cx="351758" cy="1613535"/>
              </a:xfrm>
              <a:custGeom>
                <a:avLst/>
                <a:gdLst/>
                <a:ahLst/>
                <a:cxnLst/>
                <a:rect b="b" l="0" r="r" t="0"/>
                <a:pathLst>
                  <a:path h="1613535" w="351758">
                    <a:moveTo>
                      <a:pt x="0" y="1613535"/>
                    </a:moveTo>
                    <a:lnTo>
                      <a:pt x="351758" y="0"/>
                    </a:lnTo>
                    <a:lnTo>
                      <a:pt x="192977" y="1532382"/>
                    </a:lnTo>
                    <a:lnTo>
                      <a:pt x="0" y="1613535"/>
                    </a:lnTo>
                    <a:close/>
                  </a:path>
                </a:pathLst>
              </a:custGeom>
              <a:solidFill>
                <a:srgbClr val="4d4346"/>
              </a:solidFill>
            </p:spPr>
            <p:txBody>
              <a:bodyPr anchor="ctr" rtlCol="0">
                <a:noAutofit/>
              </a:bodyPr>
              <a:lstStyle/>
              <a:p>
                <a:pPr algn="ctr"/>
                <a:r>
                  <a:rPr dirty="0" lang="en-US"/>
                  <a:t/>
                </a:r>
                <a:endParaRPr dirty="0" lang="en-US"/>
              </a:p>
            </p:txBody>
          </p:sp>
        </p:grpSp>
      </p:grpSp>
    </p:spTree>
    <p:extLst>
      <p:ext uri="{D1FB5FE6-B3CB-462E-891D-89E816ED03B9}">
        <p14:creationId xmlns:p14="http://schemas.microsoft.com/office/powerpoint/2010/main" val="1738040361086"/>
      </p:ext>
    </p:extLst>
  </p:cSld>
  <p:clrMapOvr>
    <a:masterClrMapping/>
  </p:clrMapOvr>
</p:sldLayout>
</file>

<file path=ppt/slideLayouts/slideLayout10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userDrawn="1">
  <p:cSld name="Title,Text, an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9">
            <a:extLst>
              <a:ext uri="{AD8C1211-CB93-4F62-BD9B-033238BC8247}">
                <a16:creationId xmlns:a16="http://schemas.microsoft.com/office/drawing/2010/main" id="{ED9CFAEE-9846-4D6E-AA1C-FF7E7483B852}"/>
              </a:ext>
            </a:extLst>
          </p:cNvPr>
          <p:cNvSpPr/>
          <p:nvPr/>
        </p:nvSpPr>
        <p:spPr>
          <a:xfrm rot="0">
            <a:off x="986047" y="1341434"/>
            <a:ext cx="1850526" cy="2266950"/>
          </a:xfrm>
          <a:prstGeom prst="rect">
            <a:avLst/>
          </a:prstGeom>
          <a:noFill/>
          <a:ln cap="flat" w="6350">
            <a:solidFill>
              <a:schemeClr val="tx1">
                <a:alpha val="48000"/>
                <a:lumMod val="65000"/>
                <a:lumOff val="35000"/>
              </a:schemeClr>
            </a:solidFill>
            <a:prstDash val="solid"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anchor="ctr" rtlCol="0"/>
          <a:lstStyle/>
          <a:p>
            <a:pPr/>
            <a:r>
              <a:rPr dirty="0" lang="en-US">
                <a:latin typeface="+mn-lt"/>
              </a:rPr>
              <a:t/>
            </a:r>
            <a:endParaRPr dirty="0" lang="en-US">
              <a:latin typeface="+mn-lt"/>
            </a:endParaRPr>
          </a:p>
        </p:txBody>
      </p:sp>
      <p:sp>
        <p:nvSpPr>
          <p:cNvPr id="3" name="Rectangle 20">
            <a:extLst>
              <a:ext uri="{3932B866-1394-4B5C-B5FB-D6742A26848C}">
                <a16:creationId xmlns:a16="http://schemas.microsoft.com/office/drawing/2010/main" id="{20B6357B-7695-4952-82DB-4E0FF6D03BC3}"/>
              </a:ext>
            </a:extLst>
          </p:cNvPr>
          <p:cNvSpPr/>
          <p:nvPr/>
        </p:nvSpPr>
        <p:spPr>
          <a:xfrm rot="0">
            <a:off x="3600573" y="1174442"/>
            <a:ext cx="1694049" cy="2435533"/>
          </a:xfrm>
          <a:prstGeom prst="rect">
            <a:avLst/>
          </a:prstGeom>
          <a:noFill/>
          <a:ln cap="flat" w="6350">
            <a:solidFill>
              <a:schemeClr val="tx1">
                <a:alpha val="48000"/>
                <a:lumMod val="65000"/>
                <a:lumOff val="35000"/>
              </a:schemeClr>
            </a:solidFill>
            <a:prstDash val="solid"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anchor="ctr" rtlCol="0"/>
          <a:lstStyle/>
          <a:p>
            <a:pPr/>
            <a:r>
              <a:rPr dirty="0" lang="en-US">
                <a:latin typeface="+mn-lt"/>
              </a:rPr>
              <a:t/>
            </a:r>
            <a:endParaRPr dirty="0" lang="en-US">
              <a:latin typeface="+mn-lt"/>
            </a:endParaRPr>
          </a:p>
        </p:txBody>
      </p:sp>
      <p:sp>
        <p:nvSpPr>
          <p:cNvPr id="4" name="Rectangle 22">
            <a:extLst>
              <a:ext uri="{3C401D09-648C-45B1-8EB8-4E33877412C4}">
                <a16:creationId xmlns:a16="http://schemas.microsoft.com/office/drawing/2010/main" id="{FE066530-95F9-4312-84D0-D36D67AE52F4}"/>
              </a:ext>
            </a:extLst>
          </p:cNvPr>
          <p:cNvSpPr/>
          <p:nvPr/>
        </p:nvSpPr>
        <p:spPr>
          <a:xfrm rot="0">
            <a:off x="6330953" y="1181100"/>
            <a:ext cx="1714138" cy="2283133"/>
          </a:xfrm>
          <a:custGeom>
            <a:avLst/>
            <a:gdLst/>
            <a:ahLst/>
            <a:cxnLst/>
            <a:rect b="b" l="0" r="r" t="0"/>
            <a:pathLst>
              <a:path h="2192337" w="1882776">
                <a:moveTo>
                  <a:pt x="9525" y="0"/>
                </a:moveTo>
                <a:lnTo>
                  <a:pt x="1882777" y="0"/>
                </a:lnTo>
                <a:lnTo>
                  <a:pt x="1882777" y="2192337"/>
                </a:lnTo>
                <a:lnTo>
                  <a:pt x="9525" y="2192337"/>
                </a:lnTo>
                <a:close/>
              </a:path>
            </a:pathLst>
          </a:custGeom>
          <a:noFill/>
          <a:ln cap="flat" w="6350">
            <a:solidFill>
              <a:schemeClr val="tx1">
                <a:alpha val="48000"/>
                <a:lumMod val="65000"/>
                <a:lumOff val="35000"/>
              </a:schemeClr>
            </a:solidFill>
            <a:prstDash val="solid"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anchor="ctr" rtlCol="0"/>
          <a:lstStyle/>
          <a:p>
            <a:pPr/>
            <a:r>
              <a:rPr dirty="0" lang="en-US">
                <a:latin typeface="+mn-lt"/>
              </a:rPr>
              <a:t/>
            </a:r>
            <a:endParaRPr dirty="0" lang="en-US">
              <a:latin typeface="+mn-lt"/>
            </a:endParaRPr>
          </a:p>
        </p:txBody>
      </p:sp>
      <p:sp>
        <p:nvSpPr>
          <p:cNvPr id="5" name="Title 1">
            <a:extLst>
              <a:ext uri="{E19ADC7C-E4ED-4E44-97E2-6DFC27CA544B}">
                <a16:creationId xmlns:a16="http://schemas.microsoft.com/office/drawing/2010/main" id="{E7031817-3114-4B51-84C2-60BDD1791641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 rot="0">
            <a:off x="762000" y="349043"/>
            <a:ext cx="7620000" cy="762000"/>
          </a:xfrm>
        </p:spPr>
        <p:txBody>
          <a:bodyPr rtlCol="0"/>
          <a:lstStyle>
            <a:lvl1pPr lvl="0"/>
          </a:lstStyle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6" name="Picture Placeholder 2">
            <a:extLst>
              <a:ext uri="{0F3BB0EC-AE89-44BF-92B1-ADBD66C3865C}">
                <a16:creationId xmlns:a16="http://schemas.microsoft.com/office/drawing/2010/main" id="{B0821872-3BBE-493A-AD3F-172E866E6E18}"/>
              </a:ext>
            </a:extLst>
          </p:cNvPr>
          <p:cNvSpPr>
            <a:spLocks noGrp="true"/>
          </p:cNvSpPr>
          <p:nvPr>
            <p:ph idx="1" type="pic"/>
          </p:nvPr>
        </p:nvSpPr>
        <p:spPr>
          <a:xfrm rot="0">
            <a:off x="1063628" y="1265234"/>
            <a:ext cx="1939918" cy="2284409"/>
          </a:xfrm>
          <a:solidFill>
            <a:schemeClr val="bg1">
              <a:lumMod val="95000"/>
            </a:schemeClr>
          </a:solidFill>
          <a:ln w="38100">
            <a:noFill/>
            <a:miter lim="800000"/>
          </a:ln>
        </p:spPr>
        <p:txBody>
          <a:bodyPr rtlCol="0"/>
          <a:lstStyle/>
          <a:p>
            <a:pPr/>
            <a:r>
              <a:rPr dirty="0" lang="en-US"/>
              <a:t>Click icon to add picture</a:t>
            </a:r>
            <a:endParaRPr dirty="0" lang="en-US"/>
          </a:p>
        </p:txBody>
      </p:sp>
      <p:sp>
        <p:nvSpPr>
          <p:cNvPr id="7" name="Content Placeholder 2">
            <a:extLst>
              <a:ext uri="{9BFCC431-D366-4748-BE85-695B5462F441}">
                <a16:creationId xmlns:a16="http://schemas.microsoft.com/office/drawing/2010/main" id="{5341461E-DA48-4187-A074-64807BA6B8A3}"/>
              </a:ext>
            </a:extLst>
          </p:cNvPr>
          <p:cNvSpPr>
            <a:spLocks noGrp="true"/>
          </p:cNvSpPr>
          <p:nvPr>
            <p:ph idx="2" type="body"/>
          </p:nvPr>
        </p:nvSpPr>
        <p:spPr>
          <a:xfrm rot="0">
            <a:off x="1063628" y="3667125"/>
            <a:ext cx="1919563" cy="523875"/>
          </a:xfrm>
          <a:prstGeom prst="rect">
            <a:avLst/>
          </a:prstGeom>
        </p:spPr>
        <p:txBody>
          <a:bodyPr anchor="t" rtlCol="0">
            <a:normAutofit/>
          </a:bodyPr>
          <a:lstStyle>
            <a:lvl1pPr algn="ctr" indent="0" lvl="0" marL="0">
              <a:buNone/>
              <a:defRPr dirty="0" lang="en-US" sz="1400"/>
            </a:lvl1pPr>
            <a:lvl2pPr lvl="1"/>
            <a:lvl3pPr lvl="2"/>
            <a:lvl4pPr lvl="3"/>
            <a:lvl5pPr lvl="4"/>
          </a:lstStyle>
          <a:p>
            <a:pPr lvl="0"/>
            <a:r>
              <a:rPr dirty="0" lang="en-US"/>
              <a:t>Click to edit Master text styles</a:t>
            </a:r>
            <a:endParaRPr dirty="0" lang="en-US"/>
          </a:p>
        </p:txBody>
      </p:sp>
      <p:sp>
        <p:nvSpPr>
          <p:cNvPr id="8" name="Picture Placeholder 2">
            <a:extLst>
              <a:ext uri="{310D133E-FCAE-4989-974B-97C96560D29B}">
                <a16:creationId xmlns:a16="http://schemas.microsoft.com/office/drawing/2010/main" id="{74F6A2FE-CD4F-4967-A004-86B1B5DFEAED}"/>
              </a:ext>
            </a:extLst>
          </p:cNvPr>
          <p:cNvSpPr>
            <a:spLocks noGrp="true"/>
          </p:cNvSpPr>
          <p:nvPr>
            <p:ph idx="3" type="pic"/>
          </p:nvPr>
        </p:nvSpPr>
        <p:spPr>
          <a:xfrm rot="0">
            <a:off x="3695700" y="1266825"/>
            <a:ext cx="1943100" cy="2284418"/>
          </a:xfrm>
          <a:solidFill>
            <a:schemeClr val="bg1">
              <a:lumMod val="95000"/>
            </a:schemeClr>
          </a:solidFill>
          <a:ln w="38100">
            <a:noFill/>
            <a:miter lim="800000"/>
          </a:ln>
        </p:spPr>
        <p:txBody>
          <a:bodyPr rtlCol="0"/>
          <a:lstStyle/>
          <a:p>
            <a:pPr/>
            <a:r>
              <a:rPr dirty="0" lang="en-US"/>
              <a:t>Click icon to add picture</a:t>
            </a:r>
            <a:endParaRPr dirty="0" lang="en-US"/>
          </a:p>
        </p:txBody>
      </p:sp>
      <p:sp>
        <p:nvSpPr>
          <p:cNvPr id="9" name="Content Placeholder 2">
            <a:extLst>
              <a:ext uri="{28B2154A-2ACD-42E1-9C5B-3D1A67603729}">
                <a16:creationId xmlns:a16="http://schemas.microsoft.com/office/drawing/2010/main" id="{EB5665C7-8A4D-48DB-84C3-04819C0C6DD9}"/>
              </a:ext>
            </a:extLst>
          </p:cNvPr>
          <p:cNvSpPr>
            <a:spLocks noGrp="true"/>
          </p:cNvSpPr>
          <p:nvPr>
            <p:ph idx="4" type="body"/>
          </p:nvPr>
        </p:nvSpPr>
        <p:spPr>
          <a:xfrm rot="0">
            <a:off x="3743839" y="3667125"/>
            <a:ext cx="1894960" cy="523875"/>
          </a:xfrm>
          <a:prstGeom prst="rect">
            <a:avLst/>
          </a:prstGeom>
        </p:spPr>
        <p:txBody>
          <a:bodyPr anchor="t" rtlCol="0">
            <a:normAutofit/>
          </a:bodyPr>
          <a:lstStyle>
            <a:lvl1pPr algn="ctr" indent="0" lvl="0" marL="0">
              <a:buNone/>
              <a:defRPr dirty="0" lang="en-US" sz="1400"/>
            </a:lvl1pPr>
            <a:lvl2pPr lvl="1"/>
            <a:lvl3pPr lvl="2"/>
            <a:lvl4pPr lvl="3"/>
            <a:lvl5pPr lvl="4"/>
          </a:lstStyle>
          <a:p>
            <a:pPr lvl="0"/>
            <a:r>
              <a:rPr dirty="0" lang="en-US"/>
              <a:t>Click to edit Master text styles</a:t>
            </a:r>
            <a:endParaRPr dirty="0" lang="en-US"/>
          </a:p>
        </p:txBody>
      </p:sp>
      <p:sp>
        <p:nvSpPr>
          <p:cNvPr id="10" name="Picture Placeholder 2">
            <a:extLst>
              <a:ext uri="{E14CD531-F790-41F0-A18A-E181EC0A01FD}">
                <a16:creationId xmlns:a16="http://schemas.microsoft.com/office/drawing/2010/main" id="{B645CC4C-C323-4059-A364-13CDF30EE434}"/>
              </a:ext>
            </a:extLst>
          </p:cNvPr>
          <p:cNvSpPr>
            <a:spLocks noGrp="true"/>
          </p:cNvSpPr>
          <p:nvPr>
            <p:ph idx="5" type="pic"/>
          </p:nvPr>
        </p:nvSpPr>
        <p:spPr>
          <a:xfrm rot="0">
            <a:off x="6022952" y="1266825"/>
            <a:ext cx="1943100" cy="2284418"/>
          </a:xfrm>
          <a:solidFill>
            <a:schemeClr val="bg1">
              <a:lumMod val="95000"/>
            </a:schemeClr>
          </a:solidFill>
          <a:ln w="38100">
            <a:noFill/>
            <a:miter lim="800000"/>
          </a:ln>
        </p:spPr>
        <p:txBody>
          <a:bodyPr rtlCol="0"/>
          <a:lstStyle/>
          <a:p>
            <a:pPr/>
            <a:r>
              <a:rPr dirty="0" lang="en-US"/>
              <a:t>Click icon to add picture</a:t>
            </a:r>
            <a:endParaRPr dirty="0" lang="en-US"/>
          </a:p>
        </p:txBody>
      </p:sp>
      <p:sp>
        <p:nvSpPr>
          <p:cNvPr id="11" name="Content Placeholder 2">
            <a:extLst>
              <a:ext uri="{53B03A4E-B264-4251-B5E0-4BD554E7F265}">
                <a16:creationId xmlns:a16="http://schemas.microsoft.com/office/drawing/2010/main" id="{E39ACCF2-D03B-47EF-97D0-5E4761BEDC3E}"/>
              </a:ext>
            </a:extLst>
          </p:cNvPr>
          <p:cNvSpPr>
            <a:spLocks noGrp="true"/>
          </p:cNvSpPr>
          <p:nvPr>
            <p:ph idx="6" type="body"/>
          </p:nvPr>
        </p:nvSpPr>
        <p:spPr>
          <a:xfrm rot="0">
            <a:off x="6022952" y="3667125"/>
            <a:ext cx="1922345" cy="523875"/>
          </a:xfrm>
          <a:prstGeom prst="rect">
            <a:avLst/>
          </a:prstGeom>
        </p:spPr>
        <p:txBody>
          <a:bodyPr anchor="t" rtlCol="0">
            <a:normAutofit/>
          </a:bodyPr>
          <a:lstStyle>
            <a:lvl1pPr algn="ctr" indent="0" lvl="0" marL="0">
              <a:buNone/>
              <a:defRPr dirty="0" lang="en-US" sz="1400"/>
            </a:lvl1pPr>
            <a:lvl2pPr lvl="1"/>
            <a:lvl3pPr lvl="2"/>
            <a:lvl4pPr lvl="3"/>
            <a:lvl5pPr lvl="4"/>
          </a:lstStyle>
          <a:p>
            <a:pPr lvl="0"/>
            <a:r>
              <a:rPr dirty="0" lang="en-US"/>
              <a:t>Click to edit Master text styles</a:t>
            </a:r>
            <a:endParaRPr dirty="0" lang="en-US"/>
          </a:p>
        </p:txBody>
      </p:sp>
      <p:sp>
        <p:nvSpPr>
          <p:cNvPr id="12" name="Slide Number Placeholder 4">
            <a:extLst>
              <a:ext uri="{0B36C546-BA36-452C-8E92-998AC620C54C}">
                <a16:creationId xmlns:a16="http://schemas.microsoft.com/office/drawing/2010/main" id="{70AB5B78-DF51-41AA-8875-744BA1636C33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/>
          <a:p>
            <a:pPr/>
            <a:r>
              <a:rPr dirty="0" lang="en-US"/>
              <a:t>&lt;#&gt;</a:t>
            </a:r>
            <a:endParaRPr dirty="0" lang="en-US"/>
          </a:p>
        </p:txBody>
      </p:sp>
      <p:sp>
        <p:nvSpPr>
          <p:cNvPr id="13" name="Footer Placeholder 3">
            <a:extLst>
              <a:ext uri="{12A03312-7EF2-4B25-B79C-6ABE8160583C}">
                <a16:creationId xmlns:a16="http://schemas.microsoft.com/office/drawing/2010/main" id="{E600A536-F82E-4AAB-A26D-AFD81067039F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/>
          <a:p>
            <a:pPr/>
            <a:r>
              <a:rPr dirty="0" lang="en-US"/>
              <a:t>Footer</a:t>
            </a:r>
            <a:endParaRPr dirty="0" lang="en-US"/>
          </a:p>
        </p:txBody>
      </p:sp>
      <p:sp>
        <p:nvSpPr>
          <p:cNvPr id="14" name="Date Placeholder 1">
            <a:extLst>
              <a:ext uri="{17609266-6D54-4FA6-99AB-D6FDECEE85E3}">
                <a16:creationId xmlns:a16="http://schemas.microsoft.com/office/drawing/2010/main" id="{4E5EF016-C80A-4C05-AE30-7A8EE9467EF7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/>
          <a:p>
            <a:pPr/>
            <a:r>
              <a:rPr dirty="0" lang="en-US"/>
              <a:t>Date</a:t>
            </a:r>
            <a:endParaRPr dirty="0" lang="en-US"/>
          </a:p>
        </p:txBody>
      </p:sp>
      <p:sp>
        <p:nvSpPr>
          <p:cNvPr id="15" name="">
            <a:extLst>
              <a:ext uri="{2DA808F7-6A65-4487-8803-64EF14D63DBF}">
                <a16:creationId xmlns:a16="http://schemas.microsoft.com/office/drawing/2010/main" id="{AA9D60F9-EF8B-4C7F-9DC1-FE4BD8FA993C}"/>
              </a:ext>
            </a:extLst>
          </p:cNvPr>
          <p:cNvSpPr/>
          <p:nvPr/>
        </p:nvSpPr>
        <p:spPr>
          <a:xfrm flipH="false" flipV="false" rot="0">
            <a:off x="0" y="4980784"/>
            <a:ext cx="9144000" cy="160982"/>
          </a:xfrm>
          <a:prstGeom prst="rect">
            <a:avLst/>
          </a:prstGeom>
          <a:solidFill>
            <a:schemeClr val="bg2">
              <a:lumMod val="65000"/>
            </a:schemeClr>
          </a:solidFill>
          <a:effectLst/>
        </p:spPr>
        <p:style>
          <a:lnRef idx="1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anchor="ctr" rtlCol="0">
            <a:noAutofit/>
          </a:bodyPr>
          <a:lstStyle/>
          <a:p>
            <a:pPr/>
            <a:r>
              <a:rPr dirty="0" lang="en-US"/>
              <a:t/>
            </a:r>
            <a:endParaRPr dirty="0" lang="en-US"/>
          </a:p>
        </p:txBody>
      </p:sp>
      <p:grpSp>
        <p:nvGrpSpPr>
          <p:cNvPr id="16" name="">
            <a:extLst>
              <a:ext uri="{750790BE-0284-4340-9CF0-E9FF6476935B}">
                <a16:creationId xmlns:a16="http://schemas.microsoft.com/office/drawing/2010/main" id="{9FD07E57-3EE7-489B-8913-0BBDAF4F0D42}"/>
              </a:ext>
            </a:extLst>
          </p:cNvPr>
          <p:cNvGrpSpPr>
            <a:grpSpLocks noChangeAspect="true"/>
          </p:cNvGrpSpPr>
          <p:nvPr/>
        </p:nvGrpSpPr>
        <p:grpSpPr>
          <a:xfrm flipH="true" rot="0">
            <a:off x="-9658" y="3909841"/>
            <a:ext cx="312639" cy="1393355"/>
            <a:chOff x="0" y="-57150"/>
            <a:chExt cx="362045" cy="1613535"/>
          </a:xfrm>
        </p:grpSpPr>
        <p:grpSp>
          <p:nvGrpSpPr>
            <p:cNvPr id="17" name="shape-5754">
              <a:extLst>
                <a:ext uri="{974BCC01-3637-492F-BDE2-0CBF896FD11D}">
                  <a16:creationId xmlns:a16="http://schemas.microsoft.com/office/drawing/2010/main" id="{C46B3E46-DA50-4C61-8DD8-DE48087F4920}"/>
                </a:ext>
              </a:extLst>
            </p:cNvPr>
            <p:cNvGrpSpPr/>
            <p:nvPr/>
          </p:nvGrpSpPr>
          <p:grpSpPr>
            <a:xfrm>
              <a:off x="0" y="-57150"/>
              <a:ext cx="362045" cy="1613535"/>
              <a:chOff x="0" y="-57150"/>
              <a:chExt cx="362045" cy="1613535"/>
            </a:xfrm>
          </p:grpSpPr>
          <p:sp>
            <p:nvSpPr>
              <p:cNvPr id="18" name="shape-7013">
                <a:extLst>
                  <a:ext uri="{70C67CCB-C5FB-4FEE-B5B0-B81097B39719}">
                    <a16:creationId xmlns:a16="http://schemas.microsoft.com/office/drawing/2010/main" id="{1D7EB0C9-810B-49B2-A103-BC2F65525314}"/>
                  </a:ext>
                </a:extLst>
              </p:cNvPr>
              <p:cNvSpPr/>
              <p:nvPr/>
            </p:nvSpPr>
            <p:spPr>
              <a:xfrm>
                <a:off x="192976" y="-57150"/>
                <a:ext cx="169068" cy="1532382"/>
              </a:xfrm>
              <a:custGeom>
                <a:avLst/>
                <a:gdLst/>
                <a:ahLst/>
                <a:cxnLst/>
                <a:rect b="b" l="0" r="r" t="0"/>
                <a:pathLst>
                  <a:path h="1532382" w="169069">
                    <a:moveTo>
                      <a:pt x="169069" y="1461421"/>
                    </a:moveTo>
                    <a:lnTo>
                      <a:pt x="158782" y="0"/>
                    </a:lnTo>
                    <a:lnTo>
                      <a:pt x="0" y="1532382"/>
                    </a:lnTo>
                    <a:lnTo>
                      <a:pt x="169069" y="1461421"/>
                    </a:lnTo>
                    <a:close/>
                  </a:path>
                </a:pathLst>
              </a:custGeom>
              <a:solidFill>
                <a:srgbClr val="6b5e62"/>
              </a:solidFill>
            </p:spPr>
            <p:txBody>
              <a:bodyPr anchor="ctr" rtlCol="0">
                <a:noAutofit/>
              </a:bodyPr>
              <a:lstStyle/>
              <a:p>
                <a:pPr algn="ctr"/>
                <a:r>
                  <a:rPr dirty="0" lang="en-US"/>
                  <a:t/>
                </a:r>
                <a:endParaRPr dirty="0" lang="en-US"/>
              </a:p>
            </p:txBody>
          </p:sp>
          <p:sp>
            <p:nvSpPr>
              <p:cNvPr id="19" name="shape-30D5">
                <a:extLst>
                  <a:ext uri="{90A88B4E-6459-4B5A-B379-DB413C5A40F4}">
                    <a16:creationId xmlns:a16="http://schemas.microsoft.com/office/drawing/2010/main" id="{3B9D831E-B670-4658-A611-F37789BA7826}"/>
                  </a:ext>
                </a:extLst>
              </p:cNvPr>
              <p:cNvSpPr/>
              <p:nvPr/>
            </p:nvSpPr>
            <p:spPr>
              <a:xfrm>
                <a:off x="0" y="-57150"/>
                <a:ext cx="351758" cy="1613535"/>
              </a:xfrm>
              <a:custGeom>
                <a:avLst/>
                <a:gdLst/>
                <a:ahLst/>
                <a:cxnLst/>
                <a:rect b="b" l="0" r="r" t="0"/>
                <a:pathLst>
                  <a:path h="1613535" w="351758">
                    <a:moveTo>
                      <a:pt x="0" y="1613535"/>
                    </a:moveTo>
                    <a:lnTo>
                      <a:pt x="351758" y="0"/>
                    </a:lnTo>
                    <a:lnTo>
                      <a:pt x="192977" y="1532382"/>
                    </a:lnTo>
                    <a:lnTo>
                      <a:pt x="0" y="1613535"/>
                    </a:lnTo>
                    <a:close/>
                  </a:path>
                </a:pathLst>
              </a:custGeom>
              <a:solidFill>
                <a:srgbClr val="4d4346"/>
              </a:solidFill>
            </p:spPr>
            <p:txBody>
              <a:bodyPr anchor="ctr" rtlCol="0">
                <a:noAutofit/>
              </a:bodyPr>
              <a:lstStyle/>
              <a:p>
                <a:pPr algn="ctr"/>
                <a:r>
                  <a:rPr dirty="0" lang="en-US"/>
                  <a:t/>
                </a:r>
                <a:endParaRPr dirty="0" lang="en-US"/>
              </a:p>
            </p:txBody>
          </p:sp>
        </p:grpSp>
      </p:grpSp>
    </p:spTree>
    <p:custDataLst>
      <p:tags r:id="rId2"/>
    </p:custDataLst>
    <p:extLst>
      <p:ext uri="{CD6EE290-0FFC-4D6E-AB18-24594C5A008E}">
        <p14:creationId xmlns:p14="http://schemas.microsoft.com/office/powerpoint/2010/main" val="1738040361088"/>
      </p:ext>
    </p:extLst>
  </p:cSld>
  <p:clrMapOvr>
    <a:masterClrMapping/>
  </p:clrMapOvr>
</p:sldLayout>
</file>

<file path=ppt/slideLayouts/slideLayout11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userDrawn="1">
  <p:cSld name="Title an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>
            <a:extLst>
              <a:ext uri="{705643B4-00C1-45D7-8A81-C82A2DF5462C}">
                <a16:creationId xmlns:a16="http://schemas.microsoft.com/office/drawing/2010/main" id="{D89F77CD-3ACC-4B58-8615-EF39575A1C10}"/>
              </a:ext>
            </a:extLst>
          </p:cNvPr>
          <p:cNvSpPr/>
          <p:nvPr/>
        </p:nvSpPr>
        <p:spPr>
          <a:xfrm rot="0">
            <a:off x="986047" y="1313411"/>
            <a:ext cx="1626527" cy="2192340"/>
          </a:xfrm>
          <a:prstGeom prst="rect">
            <a:avLst/>
          </a:prstGeom>
          <a:noFill/>
          <a:ln cap="flat" w="6350">
            <a:solidFill>
              <a:schemeClr val="tx1">
                <a:alpha val="48000"/>
                <a:lumMod val="65000"/>
                <a:lumOff val="35000"/>
              </a:schemeClr>
            </a:solidFill>
            <a:prstDash val="solid"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anchor="ctr" rtlCol="0"/>
          <a:lstStyle/>
          <a:p>
            <a:pPr/>
            <a:r>
              <a:rPr dirty="0" lang="en-US">
                <a:latin typeface="+mn-lt"/>
              </a:rPr>
              <a:t/>
            </a:r>
            <a:endParaRPr dirty="0" lang="en-US">
              <a:latin typeface="+mn-lt"/>
            </a:endParaRPr>
          </a:p>
        </p:txBody>
      </p:sp>
      <p:sp>
        <p:nvSpPr>
          <p:cNvPr id="3" name="">
            <a:extLst>
              <a:ext uri="{79711BDA-392C-4252-98F8-CD697DF06BB0}">
                <a16:creationId xmlns:a16="http://schemas.microsoft.com/office/drawing/2010/main" id="{C17888C0-F8CB-43C4-AE26-93628D21746C}"/>
              </a:ext>
            </a:extLst>
          </p:cNvPr>
          <p:cNvSpPr/>
          <p:nvPr/>
        </p:nvSpPr>
        <p:spPr>
          <a:xfrm rot="0">
            <a:off x="2845708" y="1961292"/>
            <a:ext cx="1626527" cy="2192340"/>
          </a:xfrm>
          <a:prstGeom prst="rect">
            <a:avLst/>
          </a:prstGeom>
          <a:noFill/>
          <a:ln cap="flat" w="6350">
            <a:solidFill>
              <a:schemeClr val="tx1">
                <a:alpha val="48000"/>
                <a:lumMod val="65000"/>
                <a:lumOff val="35000"/>
              </a:schemeClr>
            </a:solidFill>
            <a:prstDash val="solid"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anchor="ctr" rtlCol="0"/>
          <a:lstStyle/>
          <a:p>
            <a:pPr/>
            <a:r>
              <a:rPr dirty="0" lang="en-US">
                <a:latin typeface="+mn-lt"/>
              </a:rPr>
              <a:t/>
            </a:r>
            <a:endParaRPr dirty="0" lang="en-US">
              <a:latin typeface="+mn-lt"/>
            </a:endParaRPr>
          </a:p>
        </p:txBody>
      </p:sp>
      <p:sp>
        <p:nvSpPr>
          <p:cNvPr id="4" name="">
            <a:extLst>
              <a:ext uri="{2C4D33AA-DEEE-4416-A85C-479E265CEB08}">
                <a16:creationId xmlns:a16="http://schemas.microsoft.com/office/drawing/2010/main" id="{28471D38-4B17-4508-A144-EBFBA1F267AA}"/>
              </a:ext>
            </a:extLst>
          </p:cNvPr>
          <p:cNvSpPr/>
          <p:nvPr/>
        </p:nvSpPr>
        <p:spPr>
          <a:xfrm rot="0">
            <a:off x="4594669" y="1396795"/>
            <a:ext cx="1626527" cy="2192340"/>
          </a:xfrm>
          <a:prstGeom prst="rect">
            <a:avLst/>
          </a:prstGeom>
          <a:noFill/>
          <a:ln cap="flat" w="6350">
            <a:solidFill>
              <a:schemeClr val="tx1">
                <a:alpha val="48000"/>
                <a:lumMod val="65000"/>
                <a:lumOff val="35000"/>
              </a:schemeClr>
            </a:solidFill>
            <a:prstDash val="solid"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anchor="ctr" rtlCol="0"/>
          <a:lstStyle/>
          <a:p>
            <a:pPr/>
            <a:r>
              <a:rPr dirty="0" lang="en-US">
                <a:latin typeface="+mn-lt"/>
              </a:rPr>
              <a:t/>
            </a:r>
            <a:endParaRPr dirty="0" lang="en-US">
              <a:latin typeface="+mn-lt"/>
            </a:endParaRPr>
          </a:p>
        </p:txBody>
      </p:sp>
      <p:sp>
        <p:nvSpPr>
          <p:cNvPr id="5" name="">
            <a:extLst>
              <a:ext uri="{7D5263A5-0233-4E2B-AE52-8D6CB6400769}">
                <a16:creationId xmlns:a16="http://schemas.microsoft.com/office/drawing/2010/main" id="{24F0CFAB-27C3-4C20-A400-EC60F8770C02}"/>
              </a:ext>
            </a:extLst>
          </p:cNvPr>
          <p:cNvSpPr/>
          <p:nvPr/>
        </p:nvSpPr>
        <p:spPr>
          <a:xfrm rot="0">
            <a:off x="6463960" y="1964655"/>
            <a:ext cx="1626527" cy="2192340"/>
          </a:xfrm>
          <a:prstGeom prst="rect">
            <a:avLst/>
          </a:prstGeom>
          <a:noFill/>
          <a:ln cap="flat" w="6350">
            <a:solidFill>
              <a:schemeClr val="tx1">
                <a:alpha val="48000"/>
                <a:lumMod val="65000"/>
                <a:lumOff val="35000"/>
              </a:schemeClr>
            </a:solidFill>
            <a:prstDash val="solid"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anchor="ctr" rtlCol="0"/>
          <a:lstStyle/>
          <a:p>
            <a:pPr/>
            <a:r>
              <a:rPr dirty="0" lang="en-US">
                <a:latin typeface="+mn-lt"/>
              </a:rPr>
              <a:t/>
            </a:r>
            <a:endParaRPr dirty="0" lang="en-US">
              <a:latin typeface="+mn-lt"/>
            </a:endParaRPr>
          </a:p>
        </p:txBody>
      </p:sp>
      <p:sp>
        <p:nvSpPr>
          <p:cNvPr id="6" name="Title 1">
            <a:extLst>
              <a:ext uri="{07130BB3-7117-4E3E-9F1E-9B36ECCF4C09}">
                <a16:creationId xmlns:a16="http://schemas.microsoft.com/office/drawing/2010/main" id="{66341DFA-0B52-43A4-8F44-C4F503DAA8B4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 rot="0">
            <a:off x="762000" y="349043"/>
            <a:ext cx="7620000" cy="762000"/>
          </a:xfrm>
        </p:spPr>
        <p:txBody>
          <a:bodyPr rtlCol="0"/>
          <a:lstStyle>
            <a:lvl1pPr lvl="0"/>
          </a:lstStyle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7" name="Picture Placeholder 2">
            <a:extLst>
              <a:ext uri="{8040BE19-1D6D-4199-8ECF-C066761645A2}">
                <a16:creationId xmlns:a16="http://schemas.microsoft.com/office/drawing/2010/main" id="{90FC854F-B8B6-493B-887A-D8749C6A19C3}"/>
              </a:ext>
            </a:extLst>
          </p:cNvPr>
          <p:cNvSpPr>
            <a:spLocks noGrp="true"/>
          </p:cNvSpPr>
          <p:nvPr>
            <p:ph idx="1" type="pic"/>
          </p:nvPr>
        </p:nvSpPr>
        <p:spPr>
          <a:xfrm rot="0">
            <a:off x="849439" y="1398070"/>
            <a:ext cx="1654625" cy="2345617"/>
          </a:xfrm>
          <a:solidFill>
            <a:schemeClr val="bg1">
              <a:lumMod val="95000"/>
            </a:schemeClr>
          </a:solidFill>
          <a:ln w="38100">
            <a:noFill/>
            <a:miter lim="800000"/>
          </a:ln>
        </p:spPr>
        <p:txBody>
          <a:bodyPr rtlCol="0"/>
          <a:lstStyle/>
          <a:p>
            <a:pPr/>
            <a:r>
              <a:rPr dirty="0" lang="en-US"/>
              <a:t>Click icon to add picture</a:t>
            </a:r>
            <a:endParaRPr dirty="0" lang="en-US"/>
          </a:p>
        </p:txBody>
      </p:sp>
      <p:sp>
        <p:nvSpPr>
          <p:cNvPr id="8" name="Picture Placeholder 2">
            <a:extLst>
              <a:ext uri="{BF792065-3BB4-444F-BBFA-9416B4D5F8BF}">
                <a16:creationId xmlns:a16="http://schemas.microsoft.com/office/drawing/2010/main" id="{7BEDF907-5684-4AE9-88B1-B402918300BA}"/>
              </a:ext>
            </a:extLst>
          </p:cNvPr>
          <p:cNvSpPr>
            <a:spLocks noGrp="true"/>
          </p:cNvSpPr>
          <p:nvPr>
            <p:ph idx="2" type="pic"/>
          </p:nvPr>
        </p:nvSpPr>
        <p:spPr>
          <a:xfrm rot="0">
            <a:off x="2736846" y="2025377"/>
            <a:ext cx="1657350" cy="2343150"/>
          </a:xfrm>
          <a:solidFill>
            <a:schemeClr val="bg1">
              <a:lumMod val="95000"/>
            </a:schemeClr>
          </a:solidFill>
          <a:ln w="38100">
            <a:noFill/>
            <a:miter lim="800000"/>
          </a:ln>
        </p:spPr>
        <p:txBody>
          <a:bodyPr rtlCol="0"/>
          <a:lstStyle/>
          <a:p>
            <a:pPr/>
            <a:r>
              <a:rPr dirty="0" lang="en-US"/>
              <a:t>Click icon to add picture</a:t>
            </a:r>
            <a:endParaRPr dirty="0" lang="en-US"/>
          </a:p>
        </p:txBody>
      </p:sp>
      <p:sp>
        <p:nvSpPr>
          <p:cNvPr id="9" name="Picture Placeholder 2">
            <a:extLst>
              <a:ext uri="{79965573-2E50-4B64-A6E5-1E0EA5B52548}">
                <a16:creationId xmlns:a16="http://schemas.microsoft.com/office/drawing/2010/main" id="{F846BD96-913C-4D3F-93AF-0F9DDB1F2AED}"/>
              </a:ext>
            </a:extLst>
          </p:cNvPr>
          <p:cNvSpPr>
            <a:spLocks noGrp="true"/>
          </p:cNvSpPr>
          <p:nvPr>
            <p:ph idx="3" type="pic"/>
          </p:nvPr>
        </p:nvSpPr>
        <p:spPr>
          <a:xfrm rot="0">
            <a:off x="4665078" y="1483414"/>
            <a:ext cx="1657350" cy="2343150"/>
          </a:xfrm>
          <a:solidFill>
            <a:schemeClr val="bg1">
              <a:lumMod val="95000"/>
            </a:schemeClr>
          </a:solidFill>
          <a:ln w="38100">
            <a:noFill/>
            <a:miter lim="800000"/>
          </a:ln>
        </p:spPr>
        <p:txBody>
          <a:bodyPr rtlCol="0"/>
          <a:lstStyle/>
          <a:p>
            <a:pPr/>
            <a:r>
              <a:rPr dirty="0" lang="en-US"/>
              <a:t>Click icon to add picture</a:t>
            </a:r>
            <a:endParaRPr dirty="0" lang="en-US"/>
          </a:p>
        </p:txBody>
      </p:sp>
      <p:sp>
        <p:nvSpPr>
          <p:cNvPr id="10" name="Picture Placeholder 2">
            <a:extLst>
              <a:ext uri="{F33E67F6-1654-4160-A7BF-62C206B95AB3}">
                <a16:creationId xmlns:a16="http://schemas.microsoft.com/office/drawing/2010/main" id="{B267F3ED-5E4F-47FF-B008-1F783F6E2F6A}"/>
              </a:ext>
            </a:extLst>
          </p:cNvPr>
          <p:cNvSpPr>
            <a:spLocks noGrp="true"/>
          </p:cNvSpPr>
          <p:nvPr>
            <p:ph idx="4" type="pic"/>
          </p:nvPr>
        </p:nvSpPr>
        <p:spPr>
          <a:xfrm rot="0">
            <a:off x="6534369" y="2025377"/>
            <a:ext cx="1657350" cy="2343150"/>
          </a:xfrm>
          <a:solidFill>
            <a:schemeClr val="bg1">
              <a:lumMod val="95000"/>
            </a:schemeClr>
          </a:solidFill>
          <a:ln w="38100">
            <a:noFill/>
            <a:miter lim="800000"/>
          </a:ln>
        </p:spPr>
        <p:txBody>
          <a:bodyPr rtlCol="0"/>
          <a:lstStyle/>
          <a:p>
            <a:pPr/>
            <a:r>
              <a:rPr dirty="0" lang="en-US"/>
              <a:t>Click icon to add picture</a:t>
            </a:r>
            <a:endParaRPr dirty="0" lang="en-US"/>
          </a:p>
        </p:txBody>
      </p:sp>
      <p:sp>
        <p:nvSpPr>
          <p:cNvPr id="11" name="Slide Number Placeholder 4">
            <a:extLst>
              <a:ext uri="{5DFE27E7-D9A4-4DA3-A37E-05C366DA7A3D}">
                <a16:creationId xmlns:a16="http://schemas.microsoft.com/office/drawing/2010/main" id="{40D79EDF-673A-4F6A-AEAD-77FA265180CD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/>
          <a:p>
            <a:pPr/>
            <a:r>
              <a:rPr dirty="0" lang="en-US"/>
              <a:t>&lt;#&gt;</a:t>
            </a:r>
            <a:endParaRPr dirty="0" lang="en-US"/>
          </a:p>
        </p:txBody>
      </p:sp>
      <p:sp>
        <p:nvSpPr>
          <p:cNvPr id="12" name="Footer Placeholder 3">
            <a:extLst>
              <a:ext uri="{9F827165-22F7-4314-A112-B34458F14B9C}">
                <a16:creationId xmlns:a16="http://schemas.microsoft.com/office/drawing/2010/main" id="{661F914C-35C7-4435-906C-47DD6B4FE053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/>
          <a:p>
            <a:pPr/>
            <a:r>
              <a:rPr dirty="0" lang="en-US"/>
              <a:t>Footer</a:t>
            </a:r>
            <a:endParaRPr dirty="0" lang="en-US"/>
          </a:p>
        </p:txBody>
      </p:sp>
      <p:sp>
        <p:nvSpPr>
          <p:cNvPr id="13" name="Date Placeholder 1">
            <a:extLst>
              <a:ext uri="{489C8EC3-05F1-486D-9F53-91EB7392D406}">
                <a16:creationId xmlns:a16="http://schemas.microsoft.com/office/drawing/2010/main" id="{83EEAB77-B5CF-43FC-A872-6B6A24470F20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/>
          <a:p>
            <a:pPr/>
            <a:r>
              <a:rPr dirty="0" lang="en-US"/>
              <a:t>Date</a:t>
            </a:r>
            <a:endParaRPr dirty="0" lang="en-US"/>
          </a:p>
        </p:txBody>
      </p:sp>
      <p:sp>
        <p:nvSpPr>
          <p:cNvPr id="14" name="">
            <a:extLst>
              <a:ext uri="{9C57C0D2-7AB4-4859-8DB9-9A70546678D4}">
                <a16:creationId xmlns:a16="http://schemas.microsoft.com/office/drawing/2010/main" id="{53C167B4-9DDF-4966-86A2-962449AA236A}"/>
              </a:ext>
            </a:extLst>
          </p:cNvPr>
          <p:cNvSpPr/>
          <p:nvPr/>
        </p:nvSpPr>
        <p:spPr>
          <a:xfrm flipH="false" flipV="false" rot="0">
            <a:off x="0" y="4980784"/>
            <a:ext cx="9144000" cy="160982"/>
          </a:xfrm>
          <a:prstGeom prst="rect">
            <a:avLst/>
          </a:prstGeom>
          <a:solidFill>
            <a:schemeClr val="bg2">
              <a:lumMod val="65000"/>
            </a:schemeClr>
          </a:solidFill>
          <a:effectLst/>
        </p:spPr>
        <p:style>
          <a:lnRef idx="1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anchor="ctr" rtlCol="0">
            <a:noAutofit/>
          </a:bodyPr>
          <a:lstStyle/>
          <a:p>
            <a:pPr/>
            <a:r>
              <a:rPr dirty="0" lang="en-US"/>
              <a:t/>
            </a:r>
            <a:endParaRPr dirty="0" lang="en-US"/>
          </a:p>
        </p:txBody>
      </p:sp>
      <p:grpSp>
        <p:nvGrpSpPr>
          <p:cNvPr id="15" name="">
            <a:extLst>
              <a:ext uri="{AD047387-BA62-439B-8D55-CBA161AF6C81}">
                <a16:creationId xmlns:a16="http://schemas.microsoft.com/office/drawing/2010/main" id="{86B45DC7-E22A-4CC7-BA8F-EE673E8CBB05}"/>
              </a:ext>
            </a:extLst>
          </p:cNvPr>
          <p:cNvGrpSpPr>
            <a:grpSpLocks noChangeAspect="true"/>
          </p:cNvGrpSpPr>
          <p:nvPr/>
        </p:nvGrpSpPr>
        <p:grpSpPr>
          <a:xfrm flipH="true" rot="0">
            <a:off x="-9658" y="3909841"/>
            <a:ext cx="312639" cy="1393355"/>
            <a:chOff x="0" y="-57150"/>
            <a:chExt cx="362045" cy="1613535"/>
          </a:xfrm>
        </p:grpSpPr>
        <p:grpSp>
          <p:nvGrpSpPr>
            <p:cNvPr id="16" name="shape-5754">
              <a:extLst>
                <a:ext uri="{03CE3F08-3447-4F98-8032-2241322796DB}">
                  <a16:creationId xmlns:a16="http://schemas.microsoft.com/office/drawing/2010/main" id="{BFAD564A-9DBB-42EB-8BF3-62DDCEFA2653}"/>
                </a:ext>
              </a:extLst>
            </p:cNvPr>
            <p:cNvGrpSpPr/>
            <p:nvPr/>
          </p:nvGrpSpPr>
          <p:grpSpPr>
            <a:xfrm>
              <a:off x="0" y="-57150"/>
              <a:ext cx="362045" cy="1613535"/>
              <a:chOff x="0" y="-57150"/>
              <a:chExt cx="362045" cy="1613535"/>
            </a:xfrm>
          </p:grpSpPr>
          <p:sp>
            <p:nvSpPr>
              <p:cNvPr id="17" name="shape-7013">
                <a:extLst>
                  <a:ext uri="{85093D3B-9F71-44EF-AAD9-0FF654B7B944}">
                    <a16:creationId xmlns:a16="http://schemas.microsoft.com/office/drawing/2010/main" id="{18922472-0853-43D2-BD2B-25466713157E}"/>
                  </a:ext>
                </a:extLst>
              </p:cNvPr>
              <p:cNvSpPr/>
              <p:nvPr/>
            </p:nvSpPr>
            <p:spPr>
              <a:xfrm>
                <a:off x="192976" y="-57150"/>
                <a:ext cx="169068" cy="1532382"/>
              </a:xfrm>
              <a:custGeom>
                <a:avLst/>
                <a:gdLst/>
                <a:ahLst/>
                <a:cxnLst/>
                <a:rect b="b" l="0" r="r" t="0"/>
                <a:pathLst>
                  <a:path h="1532382" w="169069">
                    <a:moveTo>
                      <a:pt x="169069" y="1461421"/>
                    </a:moveTo>
                    <a:lnTo>
                      <a:pt x="158782" y="0"/>
                    </a:lnTo>
                    <a:lnTo>
                      <a:pt x="0" y="1532382"/>
                    </a:lnTo>
                    <a:lnTo>
                      <a:pt x="169069" y="1461421"/>
                    </a:lnTo>
                    <a:close/>
                  </a:path>
                </a:pathLst>
              </a:custGeom>
              <a:solidFill>
                <a:srgbClr val="6b5e62"/>
              </a:solidFill>
            </p:spPr>
            <p:txBody>
              <a:bodyPr anchor="ctr" rtlCol="0">
                <a:noAutofit/>
              </a:bodyPr>
              <a:lstStyle/>
              <a:p>
                <a:pPr algn="ctr"/>
                <a:r>
                  <a:rPr dirty="0" lang="en-US"/>
                  <a:t/>
                </a:r>
                <a:endParaRPr dirty="0" lang="en-US"/>
              </a:p>
            </p:txBody>
          </p:sp>
          <p:sp>
            <p:nvSpPr>
              <p:cNvPr id="18" name="shape-30D5">
                <a:extLst>
                  <a:ext uri="{76A0559D-6E1C-4F84-ADEB-220D97E142FC}">
                    <a16:creationId xmlns:a16="http://schemas.microsoft.com/office/drawing/2010/main" id="{F8C77633-942A-45C6-9D3B-00FA63CA7C3A}"/>
                  </a:ext>
                </a:extLst>
              </p:cNvPr>
              <p:cNvSpPr/>
              <p:nvPr/>
            </p:nvSpPr>
            <p:spPr>
              <a:xfrm>
                <a:off x="0" y="-57150"/>
                <a:ext cx="351758" cy="1613535"/>
              </a:xfrm>
              <a:custGeom>
                <a:avLst/>
                <a:gdLst/>
                <a:ahLst/>
                <a:cxnLst/>
                <a:rect b="b" l="0" r="r" t="0"/>
                <a:pathLst>
                  <a:path h="1613535" w="351758">
                    <a:moveTo>
                      <a:pt x="0" y="1613535"/>
                    </a:moveTo>
                    <a:lnTo>
                      <a:pt x="351758" y="0"/>
                    </a:lnTo>
                    <a:lnTo>
                      <a:pt x="192977" y="1532382"/>
                    </a:lnTo>
                    <a:lnTo>
                      <a:pt x="0" y="1613535"/>
                    </a:lnTo>
                    <a:close/>
                  </a:path>
                </a:pathLst>
              </a:custGeom>
              <a:solidFill>
                <a:srgbClr val="4d4346"/>
              </a:solidFill>
            </p:spPr>
            <p:txBody>
              <a:bodyPr anchor="ctr" rtlCol="0">
                <a:noAutofit/>
              </a:bodyPr>
              <a:lstStyle/>
              <a:p>
                <a:pPr algn="ctr"/>
                <a:r>
                  <a:rPr dirty="0" lang="en-US"/>
                  <a:t/>
                </a:r>
                <a:endParaRPr dirty="0" lang="en-US"/>
              </a:p>
            </p:txBody>
          </p:sp>
        </p:grpSp>
      </p:grpSp>
    </p:spTree>
    <p:custDataLst>
      <p:tags r:id="rId2"/>
    </p:custDataLst>
    <p:extLst>
      <p:ext uri="{9AE1F824-EA1E-48D5-A267-DEC24B93EA0C}">
        <p14:creationId xmlns:p14="http://schemas.microsoft.com/office/powerpoint/2010/main" val="1738040361090"/>
      </p:ext>
    </p:extLst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/Relationships>
</file>

<file path=ppt/slideMasters/slideMaster1.xml><?xml version="1.0" encoding="utf-8"?>
<p:sldMaster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>
  <p:cSld name="slideMaster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329238C3-1A00-4461-B732-05BCBB0FF55D}">
                <a16:creationId xmlns:a16="http://schemas.microsoft.com/office/drawing/2010/main" id="{7CABB6AB-C825-406D-86B2-F82C0B70B6BE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 rot="0">
            <a:off x="762000" y="349045"/>
            <a:ext cx="7620000" cy="857250"/>
          </a:xfrm>
          <a:prstGeom prst="rect">
            <a:avLst/>
          </a:prstGeom>
        </p:spPr>
        <p:txBody>
          <a:bodyPr anchor="b" bIns="45720" lIns="91440" rIns="91440" rtlCol="0" tIns="45720">
            <a:noAutofit/>
          </a:bodyPr>
          <a:lstStyle/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3" name="Text Placeholder 2">
            <a:extLst>
              <a:ext uri="{ABF16D7C-7DF7-4FA4-B3E4-B03B0685ECE4}">
                <a16:creationId xmlns:a16="http://schemas.microsoft.com/office/drawing/2010/main" id="{5C9ACE00-7F04-4332-8966-C5AE61AFCB97}"/>
              </a:ext>
            </a:extLst>
          </p:cNvPr>
          <p:cNvSpPr>
            <a:spLocks noGrp="true"/>
          </p:cNvSpPr>
          <p:nvPr>
            <p:ph idx="1" type="body"/>
          </p:nvPr>
        </p:nvSpPr>
        <p:spPr>
          <a:xfrm rot="0">
            <a:off x="762000" y="1428750"/>
            <a:ext cx="7620000" cy="3048000"/>
          </a:xfrm>
          <a:prstGeom prst="rect">
            <a:avLst/>
          </a:prstGeom>
        </p:spPr>
        <p:txBody>
          <a:bodyPr bIns="45720" lIns="91440" rIns="91440" rtlCol="0" tIns="93600">
            <a:normAutofit fontScale="100000" lnSpcReduction="0"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  <a:endParaRPr dirty="0" lang="en-US"/>
          </a:p>
        </p:txBody>
      </p:sp>
      <p:sp>
        <p:nvSpPr>
          <p:cNvPr hidden="false" id="4" name="Slide Number Placeholder 5">
            <a:extLst>
              <a:ext uri="{CE1B928D-66ED-4489-BA15-9262D157ECA5}">
                <a16:creationId xmlns:a16="http://schemas.microsoft.com/office/drawing/2010/main" id="{F88FAB14-A7DE-4642-A17D-FDC2C87A0C3E}"/>
              </a:ext>
            </a:extLst>
          </p:cNvPr>
          <p:cNvSpPr>
            <a:spLocks noGrp="true"/>
          </p:cNvSpPr>
          <p:nvPr>
            <p:ph idx="4" sz="quarter" type="sldNum"/>
          </p:nvPr>
        </p:nvSpPr>
        <p:spPr>
          <a:xfrm rot="0">
            <a:off x="7767815" y="4695033"/>
            <a:ext cx="613018" cy="285750"/>
          </a:xfrm>
          <a:prstGeom prst="rect">
            <a:avLst/>
          </a:prstGeom>
        </p:spPr>
        <p:txBody>
          <a:bodyPr anchor="ctr" bIns="45720" lIns="91440" rIns="91440" rtlCol="0" tIns="45720"/>
          <a:lstStyle>
            <a:lvl1pPr algn="r" lvl="0"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pPr/>
            <a:r>
              <a:rPr dirty="0" lang="en-US"/>
              <a:t>&lt;#&gt;</a:t>
            </a:r>
            <a:endParaRPr dirty="0" lang="en-US"/>
          </a:p>
        </p:txBody>
      </p:sp>
      <p:sp>
        <p:nvSpPr>
          <p:cNvPr hidden="false" id="5" name="Footer Placeholder 4">
            <a:extLst>
              <a:ext uri="{4F02F2F8-E35F-4440-AE0A-707F6ED71C51}">
                <a16:creationId xmlns:a16="http://schemas.microsoft.com/office/drawing/2010/main" id="{F816259A-0615-48D8-8007-3C7178AD8FEF}"/>
              </a:ext>
            </a:extLst>
          </p:cNvPr>
          <p:cNvSpPr>
            <a:spLocks noGrp="true"/>
          </p:cNvSpPr>
          <p:nvPr>
            <p:ph idx="3" sz="quarter" type="ftr"/>
          </p:nvPr>
        </p:nvSpPr>
        <p:spPr>
          <a:xfrm rot="0">
            <a:off x="2495550" y="4686300"/>
            <a:ext cx="5181600" cy="285750"/>
          </a:xfrm>
          <a:prstGeom prst="rect">
            <a:avLst/>
          </a:prstGeom>
        </p:spPr>
        <p:txBody>
          <a:bodyPr anchor="ctr" bIns="45720" lIns="91440" rIns="91440" rtlCol="0" tIns="45720"/>
          <a:lstStyle>
            <a:lvl1pPr algn="ctr" lvl="0"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pPr/>
            <a:r>
              <a:rPr dirty="0" lang="en-US"/>
              <a:t>Footer</a:t>
            </a:r>
            <a:endParaRPr dirty="0" lang="en-US"/>
          </a:p>
        </p:txBody>
      </p:sp>
      <p:sp>
        <p:nvSpPr>
          <p:cNvPr hidden="false" id="6" name="Date Placeholder 3">
            <a:extLst>
              <a:ext uri="{A75B8BEF-CCE6-451F-BB55-EFDFE570BC3A}">
                <a16:creationId xmlns:a16="http://schemas.microsoft.com/office/drawing/2010/main" id="{AC470BC5-DA13-41ED-B661-3AFEF3FA6A6C}"/>
              </a:ext>
            </a:extLst>
          </p:cNvPr>
          <p:cNvSpPr>
            <a:spLocks noGrp="true"/>
          </p:cNvSpPr>
          <p:nvPr>
            <p:ph idx="2" sz="half" type="dt"/>
          </p:nvPr>
        </p:nvSpPr>
        <p:spPr>
          <a:xfrm rot="0">
            <a:off x="762000" y="4695033"/>
            <a:ext cx="1639570" cy="285750"/>
          </a:xfrm>
          <a:prstGeom prst="rect">
            <a:avLst/>
          </a:prstGeom>
        </p:spPr>
        <p:txBody>
          <a:bodyPr anchor="ctr" bIns="45720" lIns="91440" rIns="91440" rtlCol="0" tIns="45720"/>
          <a:lstStyle>
            <a:lvl1pPr algn="l" lvl="0"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pPr/>
            <a:r>
              <a:rPr dirty="0" lang="en-US"/>
              <a:t>Date</a:t>
            </a:r>
            <a:endParaRPr dirty="0" lang="en-US"/>
          </a:p>
        </p:txBody>
      </p:sp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sldNum="0"/>
  <p:txStyles>
    <p:titleStyle>
      <a:lvl1pPr algn="l" lvl="0" rtl="false">
        <a:lnSpc>
          <a:spcPct val="100000"/>
        </a:lnSpc>
        <a:spcBef>
          <a:spcPct val="0"/>
        </a:spcBef>
        <a:buNone/>
        <a:defRPr b="1" dirty="0" i="0" lang="en-US" sz="3200">
          <a:solidFill>
            <a:schemeClr val="tx1"/>
          </a:solidFill>
          <a:latin typeface="+mj-lt"/>
        </a:defRPr>
      </a:lvl1pPr>
    </p:titleStyle>
    <p:bodyStyle>
      <a:lvl1pPr algn="l" indent="-342900" lvl="0" marL="342900" rtl="false">
        <a:spcBef>
          <a:spcPts val="1200"/>
        </a:spcBef>
        <a:buClr>
          <a:srgbClr val="eb0000"/>
        </a:buClr>
        <a:buFont typeface="Arial"/>
        <a:buChar char="•"/>
        <a:defRPr b="0" dirty="0" i="0" lang="en-US" sz="1600">
          <a:solidFill>
            <a:schemeClr val="tx1"/>
          </a:solidFill>
          <a:latin typeface="+mn-lt"/>
        </a:defRPr>
      </a:lvl1pPr>
      <a:lvl2pPr algn="l" indent="-285750" lvl="1" marL="742950" rtl="false">
        <a:spcBef>
          <a:spcPts val="300"/>
        </a:spcBef>
        <a:buClr>
          <a:schemeClr val="tx1">
            <a:lumMod val="50000"/>
            <a:lumOff val="50000"/>
          </a:schemeClr>
        </a:buClr>
        <a:buFont typeface="Arial"/>
        <a:buChar char="-"/>
        <a:defRPr b="0" dirty="0" i="0" lang="en-US" sz="1400">
          <a:solidFill>
            <a:schemeClr val="bg1">
              <a:lumMod val="50000"/>
            </a:schemeClr>
          </a:solidFill>
          <a:latin typeface="+mn-lt"/>
        </a:defRPr>
      </a:lvl2pPr>
      <a:lvl3pPr algn="l" indent="-228600" lvl="2" marL="1143000" rtl="false">
        <a:spcBef>
          <a:spcPts val="300"/>
        </a:spcBef>
        <a:buClr>
          <a:schemeClr val="tx1">
            <a:lumMod val="50000"/>
            <a:lumOff val="50000"/>
          </a:schemeClr>
        </a:buClr>
        <a:buFont typeface="Arial"/>
        <a:buChar char="-"/>
        <a:defRPr b="0" dirty="0" i="0" lang="en-US" sz="1200">
          <a:solidFill>
            <a:schemeClr val="bg1">
              <a:lumMod val="50000"/>
            </a:schemeClr>
          </a:solidFill>
          <a:latin typeface="+mn-lt"/>
        </a:defRPr>
      </a:lvl3pPr>
      <a:lvl4pPr algn="l" indent="-228600" lvl="3" marL="1600200" rtl="false">
        <a:spcBef>
          <a:spcPts val="300"/>
        </a:spcBef>
        <a:buClr>
          <a:schemeClr val="tx1">
            <a:lumMod val="50000"/>
            <a:lumOff val="50000"/>
          </a:schemeClr>
        </a:buClr>
        <a:buFont typeface="Arial"/>
        <a:buChar char="-"/>
        <a:defRPr b="0" dirty="0" i="0" lang="en-US" sz="1000">
          <a:solidFill>
            <a:schemeClr val="bg1">
              <a:lumMod val="50000"/>
            </a:schemeClr>
          </a:solidFill>
          <a:latin typeface="+mn-lt"/>
        </a:defRPr>
      </a:lvl4pPr>
      <a:lvl5pPr algn="l" indent="-228600" lvl="4" marL="2057400" rtl="false">
        <a:spcBef>
          <a:spcPts val="300"/>
        </a:spcBef>
        <a:buClr>
          <a:schemeClr val="tx1">
            <a:lumMod val="50000"/>
            <a:lumOff val="50000"/>
          </a:schemeClr>
        </a:buClr>
        <a:buFont typeface="Arial"/>
        <a:buChar char="-"/>
        <a:defRPr b="0" dirty="0" i="0" lang="en-US" sz="900">
          <a:solidFill>
            <a:schemeClr val="bg1">
              <a:lumMod val="50000"/>
            </a:schemeClr>
          </a:solidFill>
          <a:latin typeface="+mn-lt"/>
        </a:defRPr>
      </a:lvl5pPr>
      <a:lvl6pPr algn="l" indent="-228600" lvl="5" marL="2514600" rtl="false">
        <a:spcBef>
          <a:spcPct val="20000"/>
        </a:spcBef>
        <a:buFont typeface="Arial"/>
        <a:buChar char="-"/>
        <a:defRPr b="0" dirty="0" i="0" lang="en-US" sz="900">
          <a:solidFill>
            <a:schemeClr val="bg1">
              <a:lumMod val="50000"/>
            </a:schemeClr>
          </a:solidFill>
          <a:latin typeface="+mn-lt"/>
        </a:defRPr>
      </a:lvl6pPr>
      <a:lvl7pPr algn="l" indent="-228600" lvl="6" marL="2971800" rtl="false">
        <a:spcBef>
          <a:spcPct val="20000"/>
        </a:spcBef>
        <a:buFont typeface="Arial"/>
        <a:buChar char="-"/>
        <a:defRPr b="0" dirty="0" i="0" lang="en-US" sz="900">
          <a:solidFill>
            <a:schemeClr val="bg1">
              <a:lumMod val="50000"/>
            </a:schemeClr>
          </a:solidFill>
          <a:latin typeface="+mn-lt"/>
        </a:defRPr>
      </a:lvl7pPr>
      <a:lvl8pPr algn="l" indent="-228600" lvl="7" marL="3429000" rtl="false">
        <a:spcBef>
          <a:spcPct val="20000"/>
        </a:spcBef>
        <a:buFont typeface="Arial"/>
        <a:buChar char="-"/>
        <a:defRPr b="0" dirty="0" i="0" lang="en-US" sz="900">
          <a:solidFill>
            <a:schemeClr val="bg1">
              <a:lumMod val="50000"/>
            </a:schemeClr>
          </a:solidFill>
          <a:latin typeface="+mn-lt"/>
        </a:defRPr>
      </a:lvl8pPr>
      <a:lvl9pPr algn="l" indent="-228600" lvl="8" marL="3886200" rtl="false">
        <a:spcBef>
          <a:spcPct val="20000"/>
        </a:spcBef>
        <a:buFont typeface="Arial"/>
        <a:buChar char="-"/>
        <a:defRPr b="0" dirty="0" i="0" lang="en-US" sz="900">
          <a:solidFill>
            <a:schemeClr val="bg1">
              <a:lumMod val="50000"/>
            </a:schemeClr>
          </a:solidFill>
          <a:latin typeface="+mn-lt"/>
        </a:defRPr>
      </a:lvl9pPr>
    </p:bodyStyle>
    <p:otherStyle>
      <a:lvl1pPr algn="l" lvl="0" marL="0" rtl="false">
        <a:defRPr dirty="0" lang="en-US" sz="1800">
          <a:solidFill>
            <a:schemeClr val="tx1"/>
          </a:solidFill>
          <a:latin typeface="+mn-lt"/>
        </a:defRPr>
      </a:lvl1pPr>
      <a:lvl2pPr algn="l" lvl="1" marL="457200" rtl="false">
        <a:defRPr dirty="0" lang="en-US" sz="1800">
          <a:solidFill>
            <a:schemeClr val="tx1"/>
          </a:solidFill>
          <a:latin typeface="+mn-lt"/>
        </a:defRPr>
      </a:lvl2pPr>
      <a:lvl3pPr algn="l" lvl="2" marL="914400" rtl="false">
        <a:defRPr dirty="0" lang="en-US" sz="1800">
          <a:solidFill>
            <a:schemeClr val="tx1"/>
          </a:solidFill>
          <a:latin typeface="+mn-lt"/>
        </a:defRPr>
      </a:lvl3pPr>
      <a:lvl4pPr algn="l" lvl="3" marL="1371600" rtl="false">
        <a:defRPr dirty="0" lang="en-US" sz="1800">
          <a:solidFill>
            <a:schemeClr val="tx1"/>
          </a:solidFill>
          <a:latin typeface="+mn-lt"/>
        </a:defRPr>
      </a:lvl4pPr>
      <a:lvl5pPr algn="l" lvl="4" marL="1828800" rtl="false">
        <a:defRPr dirty="0" lang="en-US" sz="1800">
          <a:solidFill>
            <a:schemeClr val="tx1"/>
          </a:solidFill>
          <a:latin typeface="+mn-lt"/>
        </a:defRPr>
      </a:lvl5pPr>
      <a:lvl6pPr algn="l" lvl="5" marL="2286000" rtl="false">
        <a:defRPr dirty="0" lang="en-US" sz="1800">
          <a:solidFill>
            <a:schemeClr val="tx1"/>
          </a:solidFill>
          <a:latin typeface="+mn-lt"/>
        </a:defRPr>
      </a:lvl6pPr>
      <a:lvl7pPr algn="l" lvl="6" marL="2743200" rtl="false">
        <a:defRPr dirty="0" lang="en-US" sz="1800">
          <a:solidFill>
            <a:schemeClr val="tx1"/>
          </a:solidFill>
          <a:latin typeface="+mn-lt"/>
        </a:defRPr>
      </a:lvl7pPr>
      <a:lvl8pPr algn="l" lvl="7" marL="3200400" rtl="false">
        <a:defRPr dirty="0" lang="en-US" sz="1800">
          <a:solidFill>
            <a:schemeClr val="tx1"/>
          </a:solidFill>
          <a:latin typeface="+mn-lt"/>
        </a:defRPr>
      </a:lvl8pPr>
      <a:lvl9pPr algn="l" lvl="8" marL="3657600" rtl="false">
        <a:defRPr dirty="0" lang="en-US" sz="1800">
          <a:solidFill>
            <a:schemeClr val="tx1"/>
          </a:solidFill>
          <a:latin typeface="+mn-lt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/Relationships>
</file>

<file path=ppt/slides/_rels/slide2.xml.rels><?xml version="1.0" encoding="UTF-8" standalone="no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3.xml.rels><?xml version="1.0" encoding="UTF-8" standalone="no"?><Relationships xmlns="http://schemas.openxmlformats.org/package/2006/relationships"><Relationship Id="rId2" Target="../media/image2.png" Type="http://schemas.openxmlformats.org/officeDocument/2006/relationships/image"/><Relationship Id="rId1" Target="../slideLayouts/slideLayout2.xml" Type="http://schemas.openxmlformats.org/officeDocument/2006/relationships/slideLayout"/></Relationships>
</file>

<file path=ppt/slides/_rels/slide4.xml.rels><?xml version="1.0" encoding="UTF-8" standalone="no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5.xml.rels><?xml version="1.0" encoding="UTF-8" standalone="no"?><Relationships xmlns="http://schemas.openxmlformats.org/package/2006/relationships"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1" Target="../slideLayouts/slideLayout2.xml" Type="http://schemas.openxmlformats.org/officeDocument/2006/relationships/slideLayout"/></Relationships>
</file>

<file path=ppt/slides/_rels/slide6.xml.rels><?xml version="1.0" encoding="UTF-8" standalone="no"?><Relationships xmlns="http://schemas.openxmlformats.org/package/2006/relationships"><Relationship Id="rId2" Target="../media/image11.png" Type="http://schemas.openxmlformats.org/officeDocument/2006/relationships/image"/><Relationship Id="rId3" Target="../media/image5.png" Type="http://schemas.openxmlformats.org/officeDocument/2006/relationships/image"/><Relationship Id="rId1" Target="../slideLayouts/slideLayout2.xml" Type="http://schemas.openxmlformats.org/officeDocument/2006/relationships/slideLayout"/></Relationships>
</file>

<file path=ppt/slides/_rels/slide7.xml.rels><?xml version="1.0" encoding="UTF-8" standalone="no"?><Relationships xmlns="http://schemas.openxmlformats.org/package/2006/relationships"><Relationship Id="rId2" Target="../media/image6.png" Type="http://schemas.openxmlformats.org/officeDocument/2006/relationships/image"/><Relationship Id="rId3" Target="../media/image7.png" Type="http://schemas.openxmlformats.org/officeDocument/2006/relationships/image"/><Relationship Id="rId1" Target="../slideLayouts/slideLayout2.xml" Type="http://schemas.openxmlformats.org/officeDocument/2006/relationships/slideLayout"/></Relationships>
</file>

<file path=ppt/slides/_rels/slide8.xml.rels><?xml version="1.0" encoding="UTF-8" standalone="no"?><Relationships xmlns="http://schemas.openxmlformats.org/package/2006/relationships"><Relationship Id="rId2" Target="../media/image8.png" Type="http://schemas.openxmlformats.org/officeDocument/2006/relationships/image"/><Relationship Id="rId1" Target="../slideLayouts/slideLayout2.xml" Type="http://schemas.openxmlformats.org/officeDocument/2006/relationships/slideLayout"/></Relationships>
</file>

<file path=ppt/slides/_rels/slide9.xml.rels><?xml version="1.0" encoding="UTF-8" standalone="no"?><Relationships xmlns="http://schemas.openxmlformats.org/package/2006/relationships"><Relationship Id="rId2" Target="../media/image9.png" Type="http://schemas.openxmlformats.org/officeDocument/2006/relationships/image"/><Relationship Id="rId1" Target="../slideLayouts/slideLayout2.xml" Type="http://schemas.openxmlformats.org/officeDocument/2006/relationships/slideLayout"/></Relationships>
</file>

<file path=ppt/slides/_rels/slide10.xml.rels><?xml version="1.0" encoding="UTF-8" standalone="no"?><Relationships xmlns="http://schemas.openxmlformats.org/package/2006/relationships"><Relationship Id="rId2" Target="../media/image10.png" Type="http://schemas.openxmlformats.org/officeDocument/2006/relationships/image"/><Relationship Id="rId1" Target="../slideLayouts/slideLayout2.xml" Type="http://schemas.openxmlformats.org/officeDocument/2006/relationships/slideLayout"/></Relationships>
</file>

<file path=ppt/slides/_rels/slide11.xml.rels><?xml version="1.0" encoding="UTF-8" standalone="no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12.xml.rels><?xml version="1.0" encoding="UTF-8" standalone="no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>
  <p:cSld name="slid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BFA893CB-1F1B-42B1-BBBD-5654BD0E1DB2}">
                <a16:creationId xmlns:a16="http://schemas.microsoft.com/office/drawing/2010/main" id="{BC6A1882-2CB4-4EE9-A712-C881296D3306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 rot="0">
            <a:off x="4036980" y="1814083"/>
            <a:ext cx="4191000" cy="784793"/>
          </a:xfrm>
        </p:spPr>
        <p:txBody>
          <a:bodyPr rtlCol="0"/>
          <a:lstStyle/>
          <a:p>
            <a:pPr/>
            <a:r>
              <a:rPr dirty="0" lang="en-US"/>
              <a:t>Chinook </a:t>
            </a:r>
            <a:r>
              <a:rPr dirty="0" lang="en-US"/>
              <a:t>Music Store Analysis</a:t>
            </a:r>
            <a:endParaRPr dirty="0" lang="en-US"/>
          </a:p>
        </p:txBody>
      </p:sp>
      <p:sp>
        <p:nvSpPr>
          <p:cNvPr hidden="false" id="3" name="Subtitle 2">
            <a:extLst>
              <a:ext uri="{9237D42C-9F38-4078-9710-7A3314555DAF}">
                <a16:creationId xmlns:a16="http://schemas.microsoft.com/office/drawing/2010/main" id="{5AECA7CA-B436-4F3C-B01D-F2733B0BA0B4}"/>
              </a:ext>
            </a:extLst>
          </p:cNvPr>
          <p:cNvSpPr>
            <a:spLocks noGrp="true"/>
          </p:cNvSpPr>
          <p:nvPr>
            <p:ph idx="1" type="subTitle"/>
          </p:nvPr>
        </p:nvSpPr>
        <p:spPr>
          <a:xfrm rot="0">
            <a:off x="4023083" y="2753458"/>
            <a:ext cx="4191000" cy="642099"/>
          </a:xfrm>
        </p:spPr>
        <p:txBody>
          <a:bodyPr rtlCol="0"/>
          <a:lstStyle/>
          <a:p>
            <a:pPr/>
            <a:r>
              <a:rPr dirty="0" lang="en-US"/>
              <a:t>Vasudevan M</a:t>
            </a:r>
            <a:endParaRPr dirty="0" lang="en-US"/>
          </a:p>
        </p:txBody>
      </p:sp>
    </p:spTree>
    <p:extLst>
      <p:ext uri="{333F5155-335C-4D7E-BEFB-B31465145620}">
        <p14:creationId xmlns:p14="http://schemas.microsoft.com/office/powerpoint/2010/main" val="1738040361093"/>
      </p:ext>
    </p:extLst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showMasterSp="true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844EED09-A11F-4B3E-8C05-6E4D2E5E4CDA}">
                <a16:creationId xmlns:a16="http://schemas.microsoft.com/office/drawing/2010/main" id="{BD79B9F1-695E-4265-B34A-8F7BF7C21D04}"/>
              </a:ext>
            </a:extLst>
          </p:cNvPr>
          <p:cNvSpPr>
            <a:spLocks noGrp="true"/>
          </p:cNvSpPr>
          <p:nvPr>
            <p:ph type="title"/>
          </p:nvPr>
        </p:nvSpPr>
        <p:spPr/>
        <p:txBody>
          <a:bodyPr rtlCol="0"/>
          <a:lstStyle/>
          <a:p>
            <a:pPr/>
            <a:r>
              <a:rPr dirty="0" lang="en-US">
                <a:latin typeface="Garamond"/>
              </a:rPr>
              <a:t>Problem Statement</a:t>
            </a:r>
            <a:r>
              <a:rPr dirty="0" lang="en-US">
                <a:solidFill>
                  <a:srgbClr val="000000"/>
                </a:solidFill>
                <a:latin typeface="Garamond"/>
              </a:rPr>
              <a:t>​</a:t>
            </a:r>
            <a:endParaRPr dirty="0" lang="en-US">
              <a:solidFill>
                <a:srgbClr val="000000"/>
              </a:solidFill>
              <a:latin typeface="Garamond"/>
            </a:endParaRPr>
          </a:p>
        </p:txBody>
      </p:sp>
      <p:sp>
        <p:nvSpPr>
          <p:cNvPr id="3" name="Content Placeholder 2">
            <a:extLst>
              <a:ext uri="{BDBEE9B1-B0A3-400D-AB21-2634FED50E9B}">
                <a16:creationId xmlns:a16="http://schemas.microsoft.com/office/drawing/2010/main" id="{CDCB1DF5-6333-4E87-8C3B-40B338CBB48C}"/>
              </a:ext>
            </a:extLst>
          </p:cNvPr>
          <p:cNvSpPr>
            <a:spLocks noGrp="true"/>
          </p:cNvSpPr>
          <p:nvPr>
            <p:ph idx="1"/>
          </p:nvPr>
        </p:nvSpPr>
        <p:spPr>
          <a:xfrm rot="0">
            <a:off x="762000" y="1897322"/>
            <a:ext cx="7620000" cy="2579427"/>
          </a:xfrm>
        </p:spPr>
        <p:txBody>
          <a:bodyPr rtlCol="0"/>
          <a:lstStyle/>
          <a:p>
            <a:pPr indent="0" marL="0">
              <a:buNone/>
            </a:pPr>
            <a:r>
              <a:rPr dirty="0" lang="en-US">
                <a:latin typeface="Garamond"/>
              </a:rPr>
              <a:t>You are hired as a data analyst at Chinook, and your objective is to analyze </a:t>
            </a:r>
            <a:r>
              <a:rPr dirty="0" lang="en-US">
                <a:latin typeface="Garamond"/>
              </a:rPr>
              <a:t>music record sales data to gain insights and make recommendations for the </a:t>
            </a:r>
            <a:r>
              <a:rPr dirty="0" lang="en-US">
                <a:latin typeface="Garamond"/>
              </a:rPr>
              <a:t>company's strategy in the physical music market.</a:t>
            </a:r>
            <a:r>
              <a:rPr dirty="0" lang="en-US">
                <a:latin typeface="Garamond"/>
              </a:rPr>
              <a:t>​</a:t>
            </a:r>
            <a:endParaRPr dirty="0" lang="en-US">
              <a:latin typeface="Garamond"/>
            </a:endParaRPr>
          </a:p>
        </p:txBody>
      </p:sp>
    </p:spTree>
    <p:extLst>
      <p:ext uri="{54FBB027-1887-423F-8516-3B046E67AF01}">
        <p14:creationId xmlns:p14="http://schemas.microsoft.com/office/powerpoint/2010/main" val="1738040361094"/>
      </p:ext>
    </p:extLst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showMasterSp="true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B94FE8A8-EF65-4418-A202-73D850632FAE}">
                <a16:creationId xmlns:a16="http://schemas.microsoft.com/office/drawing/2010/main" id="{193754A3-71DA-487D-8255-54EFA4A45648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 rot="0">
            <a:off x="762000" y="410975"/>
            <a:ext cx="6953250" cy="499414"/>
          </a:xfrm>
        </p:spPr>
        <p:txBody>
          <a:bodyPr rtlCol="0"/>
          <a:lstStyle/>
          <a:p>
            <a:pPr/>
            <a:r>
              <a:rPr dirty="0" lang="en-US">
                <a:latin typeface="Garamond"/>
              </a:rPr>
              <a:t>Schema Used</a:t>
            </a:r>
            <a:r>
              <a:rPr dirty="0" lang="en-US">
                <a:solidFill>
                  <a:srgbClr val="000000"/>
                </a:solidFill>
                <a:latin typeface="Garamond"/>
              </a:rPr>
              <a:t>​</a:t>
            </a:r>
            <a:endParaRPr dirty="0" lang="en-US">
              <a:solidFill>
                <a:srgbClr val="000000"/>
              </a:solidFill>
              <a:latin typeface="Garamond"/>
            </a:endParaRPr>
          </a:p>
        </p:txBody>
      </p:sp>
      <p:pic>
        <p:nvPicPr>
          <p:cNvPr id="3" name="Content Placeholder 2">
            <a:extLst>
              <a:ext uri="{B1895801-DE63-4455-AA3D-F52EF59D25FD}">
                <a16:creationId xmlns:a16="http://schemas.microsoft.com/office/drawing/2010/main" id="{9D19EF0D-D94E-4451-A3EE-3A1EB7FA024B}"/>
              </a:ext>
            </a:extLst>
          </p:cNvPr>
          <p:cNvPicPr>
            <a:picLocks noGrp="true"/>
          </p:cNvPicPr>
          <p:nvPr>
            <p:ph idx="1"/>
          </p:nvPr>
        </p:nvPicPr>
        <p:blipFill>
          <a:blip r:embed="rId2"/>
          <a:srcRect b="520" l="0" r="0" t="-1030"/>
          <a:stretch>
            <a:fillRect/>
          </a:stretch>
        </p:blipFill>
        <p:spPr>
          <a:xfrm rot="0">
            <a:off x="762000" y="1183871"/>
            <a:ext cx="6953250" cy="3650466"/>
          </a:xfrm>
          <a:noFill/>
        </p:spPr>
      </p:pic>
    </p:spTree>
    <p:extLst>
      <p:ext uri="{15CB802C-43F4-4E6B-A861-28238B7EC8FB}">
        <p14:creationId xmlns:p14="http://schemas.microsoft.com/office/powerpoint/2010/main" val="1738040361095"/>
      </p:ext>
    </p:extLst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showMasterSp="true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144B6953-F043-4E62-AA2C-4B7BE67D3BAF}">
                <a16:creationId xmlns:a16="http://schemas.microsoft.com/office/drawing/2010/main" id="{7B3E258C-A52D-43A0-9453-4B60002B06EF}"/>
              </a:ext>
            </a:extLst>
          </p:cNvPr>
          <p:cNvSpPr>
            <a:spLocks noGrp="true"/>
          </p:cNvSpPr>
          <p:nvPr>
            <p:ph type="title"/>
          </p:nvPr>
        </p:nvSpPr>
        <p:spPr/>
        <p:txBody>
          <a:bodyPr rtlCol="0"/>
          <a:lstStyle/>
          <a:p>
            <a:pPr/>
            <a:r>
              <a:rPr dirty="0" lang="en-US">
                <a:latin typeface="Garamond"/>
              </a:rPr>
              <a:t>Table description</a:t>
            </a:r>
            <a:r>
              <a:rPr dirty="0" lang="en-US">
                <a:solidFill>
                  <a:srgbClr val="000000"/>
                </a:solidFill>
                <a:latin typeface="Garamond"/>
              </a:rPr>
              <a:t>​</a:t>
            </a:r>
            <a:endParaRPr dirty="0" lang="en-US">
              <a:solidFill>
                <a:srgbClr val="000000"/>
              </a:solidFill>
              <a:latin typeface="Garamond"/>
            </a:endParaRPr>
          </a:p>
        </p:txBody>
      </p:sp>
      <p:sp>
        <p:nvSpPr>
          <p:cNvPr id="3" name="Content Placeholder 2">
            <a:extLst>
              <a:ext uri="{B77B28DD-3CFE-409C-99E1-E2DC5AC6EDC6}">
                <a16:creationId xmlns:a16="http://schemas.microsoft.com/office/drawing/2010/main" id="{E8454040-EE3B-4F29-94C4-5D4B1BA0BD55}"/>
              </a:ext>
            </a:extLst>
          </p:cNvPr>
          <p:cNvSpPr>
            <a:spLocks noGrp="true"/>
          </p:cNvSpPr>
          <p:nvPr>
            <p:ph idx="1"/>
          </p:nvPr>
        </p:nvSpPr>
        <p:spPr>
          <a:xfrm rot="0">
            <a:off x="762000" y="1053074"/>
            <a:ext cx="7620000" cy="3543452"/>
          </a:xfrm>
        </p:spPr>
        <p:txBody>
          <a:bodyPr rtlCol="0">
            <a:noAutofit/>
          </a:bodyPr>
          <a:lstStyle/>
          <a:p>
            <a:pPr indent="0" marL="0">
              <a:buNone/>
            </a:pPr>
            <a:r>
              <a:rPr dirty="0" lang="en-US"/>
              <a:t/>
            </a:r>
          </a:p>
          <a:p>
            <a:pPr/>
            <a:r>
              <a:rPr b="1" dirty="0" lang="en-US" sz="900">
                <a:latin typeface="Open Sans"/>
              </a:rPr>
              <a:t>Employee ​ - </a:t>
            </a:r>
            <a:r>
              <a:rPr b="0" dirty="0" lang="en-US" sz="900">
                <a:latin typeface="Open Sans"/>
              </a:rPr>
              <a:t>Stores information about employees, including their ID, name, job title, reporting manager, address, contact  information, and employment dates.​ </a:t>
            </a:r>
          </a:p>
          <a:p>
            <a:pPr/>
            <a:r>
              <a:rPr b="1" dirty="0" lang="en-US" sz="900">
                <a:latin typeface="Open Sans"/>
              </a:rPr>
              <a:t>Customer ​ - </a:t>
            </a:r>
            <a:r>
              <a:rPr b="0" dirty="0" lang="en-US" sz="900">
                <a:latin typeface="Open Sans"/>
              </a:rPr>
              <a:t>Stores information about customers, including their ID, name, address, and contact information.​ </a:t>
            </a:r>
            <a:r>
              <a:rPr b="0" dirty="0" lang="en-US" sz="900">
                <a:latin typeface="Open Sans"/>
              </a:rPr>
              <a:t> </a:t>
            </a:r>
          </a:p>
          <a:p>
            <a:pPr/>
            <a:r>
              <a:rPr b="1" dirty="0" lang="en-US" sz="900">
                <a:latin typeface="Open Sans"/>
              </a:rPr>
              <a:t>Invoice ​ - </a:t>
            </a:r>
            <a:r>
              <a:rPr b="0" dirty="0" lang="en-US" sz="900">
                <a:latin typeface="Open Sans"/>
              </a:rPr>
              <a:t> Stores information about invoices, including their ID, date, customer, total, and employee who processed the invoice.​ </a:t>
            </a:r>
          </a:p>
          <a:p>
            <a:pPr/>
            <a:r>
              <a:rPr b="1" dirty="0" lang="en-US" sz="900">
                <a:latin typeface="Open Sans"/>
              </a:rPr>
              <a:t>Invoice Line </a:t>
            </a:r>
            <a:r>
              <a:rPr b="0" dirty="0" lang="en-US" sz="900">
                <a:latin typeface="Open Sans"/>
              </a:rPr>
              <a:t>​ - </a:t>
            </a:r>
            <a:r>
              <a:rPr b="0" dirty="0" lang="en-US" sz="900">
                <a:latin typeface="Open Sans"/>
              </a:rPr>
              <a:t>Stores information about individual items on an invoice, including the invoice ID, item ID, unit price, and quantity.​ </a:t>
            </a:r>
          </a:p>
          <a:p>
            <a:pPr/>
            <a:r>
              <a:rPr b="1" dirty="0" lang="en-US" sz="900">
                <a:latin typeface="Open Sans"/>
              </a:rPr>
              <a:t>Playlist</a:t>
            </a:r>
            <a:r>
              <a:rPr b="1" dirty="0" lang="en-US" sz="900">
                <a:latin typeface="Open Sans"/>
              </a:rPr>
              <a:t> -</a:t>
            </a:r>
            <a:r>
              <a:rPr b="1" dirty="0" lang="en-US" sz="900">
                <a:latin typeface="Open Sans"/>
              </a:rPr>
              <a:t> </a:t>
            </a:r>
            <a:r>
              <a:rPr b="0" dirty="0" lang="en-US" sz="900">
                <a:latin typeface="Open Sans"/>
              </a:rPr>
              <a:t>Stores information about playlists, including their ID and name.</a:t>
            </a:r>
          </a:p>
          <a:p>
            <a:pPr/>
            <a:r>
              <a:rPr b="1" dirty="0" lang="en-US" sz="900">
                <a:latin typeface="Open Sans"/>
              </a:rPr>
              <a:t>Playlist Track</a:t>
            </a:r>
            <a:r>
              <a:rPr b="0" dirty="0" lang="en-US" sz="900">
                <a:latin typeface="Open Sans"/>
              </a:rPr>
              <a:t> </a:t>
            </a:r>
            <a:r>
              <a:rPr b="0" dirty="0" lang="en-US" sz="900">
                <a:solidFill>
                  <a:srgbClr val="000000"/>
                </a:solidFill>
                <a:latin typeface="Open Sans"/>
              </a:rPr>
              <a:t>​ - </a:t>
            </a:r>
            <a:r>
              <a:rPr b="0" dirty="0" lang="en-US" sz="900">
                <a:latin typeface="Open Sans"/>
              </a:rPr>
              <a:t>Stores information about the relationship between playlists and tracks, including the playlist ID, track ID, and track media type.</a:t>
            </a:r>
            <a:r>
              <a:rPr b="0" dirty="0" lang="en-US" sz="900">
                <a:solidFill>
                  <a:srgbClr val="000000"/>
                </a:solidFill>
                <a:latin typeface="Open Sans"/>
              </a:rPr>
              <a:t>​</a:t>
            </a:r>
          </a:p>
          <a:p>
            <a:pPr>
              <a:buChar char="•"/>
            </a:pPr>
            <a:r>
              <a:rPr b="1" dirty="0" lang="en-US" sz="900">
                <a:latin typeface="Open Sans"/>
              </a:rPr>
              <a:t>Track</a:t>
            </a:r>
            <a:r>
              <a:rPr b="0" dirty="0" lang="en-US" sz="900">
                <a:latin typeface="Open Sans"/>
              </a:rPr>
              <a:t> </a:t>
            </a:r>
            <a:r>
              <a:rPr b="0" dirty="0" lang="en-US" sz="900">
                <a:solidFill>
                  <a:srgbClr val="000000"/>
                </a:solidFill>
                <a:latin typeface="Open Sans"/>
              </a:rPr>
              <a:t>​ - </a:t>
            </a:r>
            <a:r>
              <a:rPr b="0" dirty="0" lang="en-US" sz="900">
                <a:latin typeface="Open Sans"/>
              </a:rPr>
              <a:t>Stores information about tracks, including their ID, name, artist, album, media type, genre, milliseconds, bytes, and unit price.</a:t>
            </a:r>
            <a:r>
              <a:rPr b="0" dirty="0" lang="en-US" sz="900">
                <a:solidFill>
                  <a:srgbClr val="000000"/>
                </a:solidFill>
                <a:latin typeface="Open Sans"/>
              </a:rPr>
              <a:t>​</a:t>
            </a:r>
          </a:p>
          <a:p>
            <a:pPr>
              <a:buChar char="•"/>
            </a:pPr>
            <a:r>
              <a:rPr b="1" dirty="0" lang="en-US" sz="900">
                <a:latin typeface="Open Sans"/>
              </a:rPr>
              <a:t>Artist</a:t>
            </a:r>
            <a:r>
              <a:rPr b="0" dirty="0" lang="en-US" sz="900">
                <a:latin typeface="Open Sans"/>
              </a:rPr>
              <a:t> </a:t>
            </a:r>
            <a:r>
              <a:rPr b="0" dirty="0" lang="en-US" sz="900">
                <a:solidFill>
                  <a:srgbClr val="000000"/>
                </a:solidFill>
                <a:latin typeface="Open Sans"/>
              </a:rPr>
              <a:t>​- </a:t>
            </a:r>
            <a:r>
              <a:rPr b="0" dirty="0" lang="en-US" sz="900">
                <a:latin typeface="Open Sans"/>
              </a:rPr>
              <a:t> </a:t>
            </a:r>
            <a:r>
              <a:rPr b="0" dirty="0" lang="en-US" sz="900">
                <a:latin typeface="Open Sans"/>
              </a:rPr>
              <a:t>Stores information about artists, including their ID and name.</a:t>
            </a:r>
            <a:r>
              <a:rPr b="0" dirty="0" lang="en-US" sz="900">
                <a:solidFill>
                  <a:srgbClr val="000000"/>
                </a:solidFill>
                <a:latin typeface="Open Sans"/>
              </a:rPr>
              <a:t>​</a:t>
            </a:r>
          </a:p>
          <a:p>
            <a:pPr>
              <a:buChar char="•"/>
            </a:pPr>
            <a:r>
              <a:rPr b="1" dirty="0" lang="en-US" sz="900">
                <a:latin typeface="Open Sans"/>
              </a:rPr>
              <a:t>Album</a:t>
            </a:r>
            <a:r>
              <a:rPr b="0" dirty="0" lang="en-US" sz="900">
                <a:latin typeface="Open Sans"/>
              </a:rPr>
              <a:t> </a:t>
            </a:r>
            <a:r>
              <a:rPr b="0" dirty="0" lang="en-US" sz="900">
                <a:solidFill>
                  <a:srgbClr val="000000"/>
                </a:solidFill>
                <a:latin typeface="Open Sans"/>
              </a:rPr>
              <a:t>​- </a:t>
            </a:r>
            <a:r>
              <a:rPr b="0" dirty="0" lang="en-US" sz="900">
                <a:latin typeface="Open Sans"/>
              </a:rPr>
              <a:t>Stores information about albums, including their ID, name, artist, and genre.</a:t>
            </a:r>
            <a:r>
              <a:rPr b="0" dirty="0" lang="en-US" sz="900">
                <a:solidFill>
                  <a:srgbClr val="000000"/>
                </a:solidFill>
                <a:latin typeface="Open Sans"/>
              </a:rPr>
              <a:t>​</a:t>
            </a:r>
          </a:p>
          <a:p>
            <a:pPr>
              <a:buChar char="•"/>
            </a:pPr>
            <a:r>
              <a:rPr b="1" dirty="0" lang="en-US" sz="900">
                <a:latin typeface="Open Sans"/>
              </a:rPr>
              <a:t>Genre</a:t>
            </a:r>
            <a:r>
              <a:rPr b="0" dirty="0" lang="en-US" sz="900">
                <a:latin typeface="Open Sans"/>
              </a:rPr>
              <a:t> </a:t>
            </a:r>
            <a:r>
              <a:rPr b="0" dirty="0" lang="en-US" sz="900">
                <a:solidFill>
                  <a:srgbClr val="000000"/>
                </a:solidFill>
                <a:latin typeface="Open Sans"/>
              </a:rPr>
              <a:t>​- </a:t>
            </a:r>
            <a:r>
              <a:rPr b="0" dirty="0" lang="en-US" sz="900">
                <a:latin typeface="Open Sans"/>
              </a:rPr>
              <a:t>Stores information about genres, including their ID and name.</a:t>
            </a:r>
            <a:br>
              <a:rPr b="0" dirty="0" lang="en-US" sz="900">
                <a:latin typeface="Open Sans"/>
              </a:rPr>
            </a:br>
            <a:r>
              <a:rPr b="0" dirty="0" lang="en-US" sz="900">
                <a:latin typeface="Open Sans"/>
              </a:rPr>
              <a:t> </a:t>
            </a:r>
            <a:br>
              <a:rPr b="0" dirty="0" lang="en-US" sz="900">
                <a:latin typeface="Open Sans"/>
              </a:rPr>
            </a:br>
            <a:r>
              <a:rPr b="0" dirty="0" lang="en-US" sz="900">
                <a:latin typeface="Open Sans"/>
              </a:rPr>
              <a:t>​ </a:t>
            </a:r>
            <a:br>
              <a:rPr b="0" dirty="0" lang="en-US" sz="900">
                <a:latin typeface="Open Sans"/>
              </a:rPr>
            </a:br>
            <a:r>
              <a:rPr b="0" dirty="0" lang="en-US" sz="900">
                <a:latin typeface="Open Sans"/>
              </a:rPr>
              <a:t> </a:t>
            </a:r>
            <a:br>
              <a:rPr b="0" dirty="0" lang="en-US" sz="900">
                <a:latin typeface="Open Sans"/>
              </a:rPr>
            </a:br>
            <a:r>
              <a:rPr b="0" dirty="0" lang="en-US" sz="900">
                <a:latin typeface="Open Sans"/>
              </a:rPr>
              <a:t>​ </a:t>
            </a:r>
            <a:br>
              <a:rPr b="0" dirty="0" lang="en-US" sz="900">
                <a:latin typeface="Open Sans"/>
              </a:rPr>
            </a:br>
            <a:r>
              <a:rPr b="0" dirty="0" lang="en-US" sz="900">
                <a:latin typeface="Open Sans"/>
              </a:rPr>
              <a:t> </a:t>
            </a:r>
            <a:br>
              <a:rPr b="0" dirty="0" lang="en-US" sz="900">
                <a:latin typeface="Open Sans"/>
              </a:rPr>
            </a:br>
            <a:r>
              <a:rPr b="0" dirty="0" lang="en-US" sz="900">
                <a:latin typeface="Open Sans"/>
              </a:rPr>
              <a:t>​</a:t>
            </a:r>
          </a:p>
          <a:p>
            <a:pPr indent="0" marL="0">
              <a:buNone/>
            </a:pPr>
            <a:r>
              <a:rPr dirty="0" lang="en-US" sz="900">
                <a:solidFill>
                  <a:srgbClr val="000000"/>
                </a:solidFill>
                <a:latin typeface="Garamond"/>
              </a:rPr>
              <a:t/>
            </a:r>
          </a:p>
          <a:p>
            <a:pPr indent="0" marL="0">
              <a:buNone/>
            </a:pPr>
            <a:r>
              <a:rPr b="0" dirty="0" lang="en-US" sz="900">
                <a:solidFill>
                  <a:srgbClr val="000000"/>
                </a:solidFill>
                <a:latin typeface="Open Sans"/>
              </a:rPr>
              <a:t>​</a:t>
            </a:r>
          </a:p>
          <a:p>
            <a:pPr indent="0" marL="0">
              <a:buNone/>
            </a:pPr>
            <a:r>
              <a:rPr b="0" dirty="0" lang="en-US" sz="900">
                <a:solidFill>
                  <a:srgbClr val="000000"/>
                </a:solidFill>
                <a:latin typeface="Open Sans"/>
              </a:rPr>
              <a:t>​</a:t>
            </a:r>
          </a:p>
          <a:p>
            <a:pPr>
              <a:buChar char="•"/>
            </a:pPr>
            <a:r>
              <a:rPr b="0" dirty="0" lang="en-US" sz="900">
                <a:solidFill>
                  <a:srgbClr val="000000"/>
                </a:solidFill>
                <a:latin typeface="Open Sans"/>
              </a:rPr>
              <a:t>​</a:t>
            </a:r>
            <a:endParaRPr b="0" dirty="0" lang="en-US" sz="900">
              <a:solidFill>
                <a:srgbClr val="000000"/>
              </a:solidFill>
              <a:latin typeface="Open Sans"/>
            </a:endParaRPr>
          </a:p>
        </p:txBody>
      </p:sp>
      <p:sp>
        <p:nvSpPr>
          <p:cNvPr id="4" name="Text Box 4">
            <a:extLst>
              <a:ext uri="{12924F7D-F8D6-4BB7-BDD2-F85AC5BA9482}">
                <a16:creationId xmlns:a16="http://schemas.microsoft.com/office/drawing/2010/main" id="{D28816A7-EF58-4210-BC75-60AC7A7BE8A7}"/>
              </a:ext>
            </a:extLst>
          </p:cNvPr>
          <p:cNvSpPr txBox="1"/>
          <p:nvPr/>
        </p:nvSpPr>
        <p:spPr>
          <a:xfrm flipH="false" flipV="false" rot="0">
            <a:off x="203749" y="5500583"/>
            <a:ext cx="1905000" cy="308552"/>
          </a:xfrm>
          <a:prstGeom prst="rect">
            <a:avLst/>
          </a:prstGeom>
        </p:spPr>
        <p:txBody>
          <a:bodyPr anchor="t" bIns="47625" lIns="95250" rIns="95250" rtlCol="0" tIns="47625">
            <a:spAutoFit/>
          </a:bodyPr>
          <a:lstStyle/>
          <a:p>
            <a:pPr>
              <a:defRPr dirty="0" lang="en-US" sz="1400"/>
            </a:pPr>
            <a:r>
              <a:rPr dirty="0" lang="en-US"/>
              <a:t/>
            </a:r>
            <a:endParaRPr dirty="0" lang="en-US"/>
          </a:p>
        </p:txBody>
      </p:sp>
    </p:spTree>
    <p:extLst>
      <p:ext uri="{449D1C0E-57B9-41F1-A26D-B37F198BFAC4}">
        <p14:creationId xmlns:p14="http://schemas.microsoft.com/office/powerpoint/2010/main" val="1738040361096"/>
      </p:ext>
    </p:extLst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showMasterSp="true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13C8B07C-D1D3-4BEC-BC75-0227125CC89F}">
                <a16:creationId xmlns:a16="http://schemas.microsoft.com/office/drawing/2010/main" id="{1F6FD46F-BED8-43BC-BAAD-260E1F3CF3B7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 rot="0">
            <a:off x="679380" y="668455"/>
            <a:ext cx="6850322" cy="571500"/>
          </a:xfrm>
        </p:spPr>
        <p:txBody>
          <a:bodyPr rtlCol="0"/>
          <a:lstStyle/>
          <a:p>
            <a:pPr/>
            <a:r>
              <a:rPr dirty="0" lang="en-US" sz="2400"/>
              <a:t>Customer count and Highest Revenue</a:t>
            </a:r>
            <a:endParaRPr dirty="0" lang="en-US" sz="2400"/>
          </a:p>
        </p:txBody>
      </p:sp>
      <p:pic>
        <p:nvPicPr>
          <p:cNvPr id="3" name="Content Placeholder 2">
            <a:extLst>
              <a:ext uri="{5B9683FA-F378-4BB5-9C68-4F7CBBDE8F85}">
                <a16:creationId xmlns:a16="http://schemas.microsoft.com/office/drawing/2010/main" id="{6BD27E85-C5B8-4A57-A502-3D67A1FBFCAC}"/>
              </a:ext>
            </a:extLst>
          </p:cNvPr>
          <p:cNvPicPr>
            <a:picLocks noChangeAspect="true" noGrp="true"/>
          </p:cNvPicPr>
          <p:nvPr>
            <p:ph idx="1"/>
          </p:nvPr>
        </p:nvPicPr>
        <p:blipFill>
          <a:blip r:embed="rId2">
            <a:lum bright="0" contrast="0"/>
            <a:extLst>
              <a:ext uri="{6A67BBA0-6B61-4E8C-AA14-52E3132F3830}">
                <a14:imgProps xmlns:a14="http://schemas.microsoft.com/office/drawing/2010/main">
                  <a14:imgLayer>
                    <a14:imgEffect>
                      <a14:brightnessContrast bright="0" contrast="0"/>
                    </a14:imgEffect>
                  </a14:imgLayer>
                </a14:imgProps>
              </a:ext>
              <a:ext uri="{416EA409-0CD5-48B4-B036-BE234E31DF21}">
                <a14:useLocalDpi xmlns:a14="http://schemas.microsoft.com/office/drawing/2010/main" val="0"/>
              </a:ext>
            </a:extLst>
          </a:blip>
          <a:srcRect b="6760" l="0" r="0" t="8100"/>
          <a:stretch>
            <a:fillRect/>
          </a:stretch>
        </p:blipFill>
        <p:spPr>
          <a:xfrm rot="0">
            <a:off x="4602556" y="1671399"/>
            <a:ext cx="3934739" cy="1534849"/>
          </a:xfrm>
          <a:prstGeom prst="rect">
            <a:avLst/>
          </a:prstGeom>
          <a:noFill/>
          <a:ln cap="flat" w="19050">
            <a:noFill/>
            <a:prstDash val="solid"/>
            <a:round/>
          </a:ln>
          <a:effectLst>
            <a:outerShdw blurRad="50800" dir="2700000" dist="38100">
              <a:srgbClr val="3f3f3f">
                <a:alpha val="100000"/>
                <a:lumMod val="75000"/>
                <a:lumOff val="25000"/>
              </a:srgbClr>
            </a:outerShdw>
          </a:effectLst>
        </p:spPr>
      </p:pic>
      <p:sp>
        <p:nvSpPr>
          <p:cNvPr id="4" name="Text Box 3">
            <a:extLst>
              <a:ext uri="{DEFB47CD-E486-40A3-A08B-C4FB55978A5D}">
                <a16:creationId xmlns:a16="http://schemas.microsoft.com/office/drawing/2010/main" id="{A294E826-BF3F-413D-9D48-53E2FAB71483}"/>
              </a:ext>
            </a:extLst>
          </p:cNvPr>
          <p:cNvSpPr txBox="1"/>
          <p:nvPr/>
        </p:nvSpPr>
        <p:spPr>
          <a:xfrm flipH="false" flipV="false" rot="0">
            <a:off x="965996" y="1671399"/>
            <a:ext cx="4939503" cy="308552"/>
          </a:xfrm>
          <a:prstGeom prst="rect">
            <a:avLst/>
          </a:prstGeom>
        </p:spPr>
        <p:txBody>
          <a:bodyPr anchor="t" bIns="47625" lIns="95250" rIns="95250" rtlCol="0" tIns="47625">
            <a:spAutoFit/>
          </a:bodyPr>
          <a:lstStyle/>
          <a:p>
            <a:pPr>
              <a:defRPr dirty="0" lang="en-US" sz="1400"/>
            </a:pPr>
            <a:r>
              <a:rPr dirty="0" lang="en-US"/>
              <a:t/>
            </a:r>
            <a:endParaRPr dirty="0" lang="en-US"/>
          </a:p>
        </p:txBody>
      </p:sp>
      <p:sp>
        <p:nvSpPr>
          <p:cNvPr id="5" name="Text Box 4">
            <a:extLst>
              <a:ext uri="{7EFAE43B-D0A0-495A-915A-61C590611CF8}">
                <a16:creationId xmlns:a16="http://schemas.microsoft.com/office/drawing/2010/main" id="{FDFBE4E4-9655-42DF-81E8-8D867C2610E6}"/>
              </a:ext>
            </a:extLst>
          </p:cNvPr>
          <p:cNvSpPr txBox="1"/>
          <p:nvPr/>
        </p:nvSpPr>
        <p:spPr>
          <a:xfrm flipH="false" flipV="false" rot="0">
            <a:off x="679380" y="3506247"/>
            <a:ext cx="7337850" cy="948461"/>
          </a:xfrm>
          <a:prstGeom prst="rect">
            <a:avLst/>
          </a:prstGeom>
        </p:spPr>
        <p:txBody>
          <a:bodyPr anchor="t" bIns="47625" lIns="95250" rIns="95250" rtlCol="0" tIns="47625">
            <a:spAutoFit/>
          </a:bodyPr>
          <a:lstStyle/>
          <a:p>
            <a:pPr indent="-342900" marL="342900">
              <a:buFont typeface="Arial"/>
              <a:buChar char="•"/>
              <a:defRPr dirty="0" lang="en-US" sz="1400"/>
            </a:pPr>
            <a:r>
              <a:rPr dirty="0" lang="en-US">
                <a:latin typeface="Lato"/>
              </a:rPr>
              <a:t>The USA and Canada have the highest customer counts.</a:t>
            </a:r>
          </a:p>
          <a:p>
            <a:pPr indent="-342900" marL="342900">
              <a:buFont typeface="Arial"/>
              <a:buChar char="•"/>
              <a:defRPr dirty="0" lang="en-US" sz="1400"/>
            </a:pPr>
            <a:r>
              <a:rPr dirty="0" lang="en-US">
                <a:latin typeface="Lato"/>
              </a:rPr>
              <a:t/>
            </a:r>
          </a:p>
          <a:p>
            <a:pPr indent="-342900" marL="342900">
              <a:buFont typeface="Arial"/>
              <a:buChar char="•"/>
              <a:defRPr dirty="0" lang="en-US" sz="1400"/>
            </a:pPr>
            <a:r>
              <a:rPr dirty="0" lang="en-US">
                <a:latin typeface="Lato"/>
              </a:rPr>
              <a:t>The USA and Canada have the highest total revenue and number of invoices, indicating strong market presence and sales activity in these regions.</a:t>
            </a:r>
            <a:endParaRPr dirty="0" lang="en-US">
              <a:latin typeface="Lato"/>
            </a:endParaRPr>
          </a:p>
        </p:txBody>
      </p:sp>
      <p:sp>
        <p:nvSpPr>
          <p:cNvPr id="6" name="Text Box 5">
            <a:extLst>
              <a:ext uri="{A1A4642C-ED24-4DA5-9168-A6450BBB5BF4}">
                <a16:creationId xmlns:a16="http://schemas.microsoft.com/office/drawing/2010/main" id="{86865B33-5C8A-4FD1-8AEA-B663ED067A74}"/>
              </a:ext>
            </a:extLst>
          </p:cNvPr>
          <p:cNvSpPr txBox="1"/>
          <p:nvPr/>
        </p:nvSpPr>
        <p:spPr>
          <a:xfrm flipH="false" flipV="false">
            <a:off x="5031404" y="3193166"/>
            <a:ext cx="1905000" cy="308552"/>
          </a:xfrm>
          <a:prstGeom prst="rect">
            <a:avLst/>
          </a:prstGeom>
        </p:spPr>
        <p:txBody>
          <a:bodyPr anchor="t" bIns="47625" lIns="95250" rIns="95250" rtlCol="0" tIns="47625">
            <a:spAutoFit/>
          </a:bodyPr>
          <a:lstStyle/>
          <a:p>
            <a:pPr>
              <a:defRPr dirty="0" lang="en-US" sz="1400"/>
            </a:pPr>
            <a:r>
              <a:rPr dirty="0" lang="en-US"/>
              <a:t/>
            </a:r>
            <a:endParaRPr dirty="0" lang="en-US"/>
          </a:p>
        </p:txBody>
      </p:sp>
      <p:pic>
        <p:nvPicPr>
          <p:cNvPr id="7" name="">
            <a:extLst>
              <a:ext uri="{4D977C0A-4CDF-4B14-82B4-3DF51BE6670D}">
                <a16:creationId xmlns:a16="http://schemas.microsoft.com/office/drawing/2010/main" id="{64C2B641-3612-4B50-A12C-FE7217401BFB}"/>
              </a:ext>
            </a:extLst>
          </p:cNvPr>
          <p:cNvPicPr>
            <a:picLocks noGrp="true"/>
          </p:cNvPicPr>
          <p:nvPr/>
        </p:nvPicPr>
        <p:blipFill>
          <a:blip r:embed="rId3">
            <a:lum bright="0" contrast="0"/>
            <a:extLst>
              <a:ext uri="{CC8A7379-9712-4A27-91F2-C2995560B02F}">
                <a14:imgProps xmlns:a14="http://schemas.microsoft.com/office/drawing/2010/main">
                  <a14:imgLayer>
                    <a14:imgEffect>
                      <a14:brightnessContrast bright="0" contrast="0"/>
                    </a14:imgEffect>
                  </a14:imgLayer>
                </a14:imgProps>
              </a:ext>
              <a:ext uri="{EEF732AA-0A24-41DE-AF89-150B1F77D1E6}">
                <a14:useLocalDpi xmlns:a14="http://schemas.microsoft.com/office/drawing/2010/main" val="0"/>
              </a:ext>
            </a:extLst>
          </a:blip>
          <a:srcRect b="0" l="19" r="19" t="0"/>
          <a:stretch>
            <a:fillRect/>
          </a:stretch>
        </p:blipFill>
        <p:spPr>
          <a:xfrm rot="0">
            <a:off x="667492" y="1683286"/>
            <a:ext cx="3925195" cy="1521771"/>
          </a:xfrm>
          <a:prstGeom prst="rect">
            <a:avLst/>
          </a:prstGeom>
          <a:noFill/>
          <a:ln cap="flat" w="19050">
            <a:noFill/>
            <a:prstDash val="solid"/>
            <a:round/>
          </a:ln>
          <a:effectLst>
            <a:outerShdw blurRad="50800" dir="2700000" dist="38100">
              <a:srgbClr val="3f3f3f">
                <a:alpha val="100000"/>
                <a:lumMod val="75000"/>
                <a:lumOff val="25000"/>
              </a:srgbClr>
            </a:outerShdw>
          </a:effectLst>
        </p:spPr>
      </p:pic>
    </p:spTree>
    <p:extLst>
      <p:ext uri="{6D69B23E-7767-4136-A688-BC36B6FBD859}">
        <p14:creationId xmlns:p14="http://schemas.microsoft.com/office/powerpoint/2010/main" val="1738040361097"/>
      </p:ext>
    </p:extLst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showMasterSp="true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4041110E-7CAC-441D-8AAC-C6DD2AEC4FB0}">
                <a16:creationId xmlns:a16="http://schemas.microsoft.com/office/drawing/2010/main" id="{8564D218-23FD-4088-AF5A-64FF020F811B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 rot="0">
            <a:off x="503634" y="377932"/>
            <a:ext cx="7211615" cy="602246"/>
          </a:xfrm>
        </p:spPr>
        <p:txBody>
          <a:bodyPr rtlCol="0"/>
          <a:lstStyle/>
          <a:p>
            <a:pPr/>
            <a:r>
              <a:rPr dirty="0" lang="en-US" sz="2400"/>
              <a:t>Top artist and Top selling music genres</a:t>
            </a:r>
            <a:endParaRPr dirty="0" lang="en-US" sz="2400"/>
          </a:p>
        </p:txBody>
      </p:sp>
      <p:pic>
        <p:nvPicPr>
          <p:cNvPr id="3" name="Content Placeholder 2">
            <a:extLst>
              <a:ext uri="{2AB1E00A-9B2F-4651-9C08-C3CD71B27B60}">
                <a16:creationId xmlns:a16="http://schemas.microsoft.com/office/drawing/2010/main" id="{6C3D847B-C2A2-4EF3-BD8E-E53F08AE768E}"/>
              </a:ext>
            </a:extLst>
          </p:cNvPr>
          <p:cNvPicPr>
            <a:picLocks noChangeAspect="false" noGrp="true"/>
          </p:cNvPicPr>
          <p:nvPr>
            <p:ph idx="1"/>
          </p:nvPr>
        </p:nvPicPr>
        <p:blipFill>
          <a:blip r:embed="rId2">
            <a:lum bright="0" contrast="0"/>
            <a:extLst>
              <a:ext uri="{B2425C6E-C247-4E8F-9F69-5323F686E558}">
                <a14:imgProps xmlns:a14="http://schemas.microsoft.com/office/drawing/2010/main">
                  <a14:imgLayer>
                    <a14:imgEffect>
                      <a14:brightnessContrast bright="0" contrast="0"/>
                    </a14:imgEffect>
                  </a14:imgLayer>
                </a14:imgProps>
              </a:ext>
              <a:ext uri="{D00DDED0-9982-471F-9B59-784AAC105CE3}">
                <a14:useLocalDpi xmlns:a14="http://schemas.microsoft.com/office/drawing/2010/main" val="0"/>
              </a:ext>
            </a:extLst>
          </a:blip>
          <a:srcRect b="-600" l="0" r="2750" t="9110"/>
          <a:stretch>
            <a:fillRect/>
          </a:stretch>
        </p:blipFill>
        <p:spPr>
          <a:xfrm rot="0">
            <a:off x="762000" y="1301686"/>
            <a:ext cx="4039028" cy="1776307"/>
          </a:xfrm>
          <a:prstGeom prst="rect">
            <a:avLst/>
          </a:prstGeom>
          <a:noFill/>
          <a:ln cap="flat" w="19050">
            <a:noFill/>
            <a:prstDash val="solid"/>
            <a:round/>
          </a:ln>
          <a:effectLst>
            <a:outerShdw blurRad="50800" dir="2700000" dist="38100">
              <a:srgbClr val="3f3f3f">
                <a:alpha val="100000"/>
                <a:lumMod val="75000"/>
                <a:lumOff val="25000"/>
              </a:srgbClr>
            </a:outerShdw>
          </a:effectLst>
        </p:spPr>
      </p:pic>
      <p:pic>
        <p:nvPicPr>
          <p:cNvPr id="4" name="Image 3">
            <a:extLst>
              <a:ext uri="{E0B2C835-502B-49F0-B6AE-F181A737A3A7}">
                <a16:creationId xmlns:a16="http://schemas.microsoft.com/office/drawing/2010/main" id="{6F73E40A-549B-4178-8BF2-CB0C3AE3DC04}"/>
              </a:ext>
            </a:extLst>
          </p:cNvPr>
          <p:cNvPicPr>
            <a:picLocks noChangeAspect="true"/>
          </p:cNvPicPr>
          <p:nvPr/>
        </p:nvPicPr>
        <p:blipFill>
          <a:blip r:embed="rId3">
            <a:lum bright="0" contrast="0"/>
            <a:extLst>
              <a:ext uri="{3C46EF68-5829-40F2-97BB-846ED8603D97}">
                <a14:imgProps xmlns:a14="http://schemas.microsoft.com/office/drawing/2010/main">
                  <a14:imgLayer>
                    <a14:imgEffect>
                      <a14:brightnessContrast bright="0" contrast="0"/>
                    </a14:imgEffect>
                  </a14:imgLayer>
                </a14:imgProps>
              </a:ext>
              <a:ext uri="{B1E8C98A-CB77-489D-A7D3-A6E0033BCDA5}">
                <a14:useLocalDpi xmlns:a14="http://schemas.microsoft.com/office/drawing/2010/main" val="0"/>
              </a:ext>
            </a:extLst>
          </a:blip>
          <a:srcRect b="0" l="0" r="0" t="7290"/>
          <a:stretch>
            <a:fillRect/>
          </a:stretch>
        </p:blipFill>
        <p:spPr>
          <a:xfrm flipH="false" flipV="false" rot="0">
            <a:off x="5701369" y="1189767"/>
            <a:ext cx="2193798" cy="1888226"/>
          </a:xfrm>
          <a:prstGeom prst="rect">
            <a:avLst/>
          </a:prstGeom>
          <a:noFill/>
          <a:ln cap="flat" w="19050">
            <a:noFill/>
            <a:prstDash val="solid"/>
            <a:round/>
          </a:ln>
          <a:effectLst>
            <a:outerShdw blurRad="50800" dir="2700000" dist="38100">
              <a:srgbClr val="3f3f3f">
                <a:alpha val="100000"/>
                <a:lumMod val="75000"/>
                <a:lumOff val="25000"/>
              </a:srgbClr>
            </a:outerShdw>
          </a:effectLst>
        </p:spPr>
      </p:pic>
      <p:sp>
        <p:nvSpPr>
          <p:cNvPr id="5" name="Text Box 4">
            <a:extLst>
              <a:ext uri="{77BA30E6-56BB-43EE-B277-E7596AF40A28}">
                <a16:creationId xmlns:a16="http://schemas.microsoft.com/office/drawing/2010/main" id="{37D3D284-E864-4497-8D41-D25421CB4943}"/>
              </a:ext>
            </a:extLst>
          </p:cNvPr>
          <p:cNvSpPr txBox="1"/>
          <p:nvPr/>
        </p:nvSpPr>
        <p:spPr>
          <a:xfrm flipH="false" flipV="false" rot="0">
            <a:off x="936288" y="3399501"/>
            <a:ext cx="6493135" cy="826579"/>
          </a:xfrm>
          <a:prstGeom prst="rect">
            <a:avLst/>
          </a:prstGeom>
        </p:spPr>
        <p:txBody>
          <a:bodyPr anchor="t" bIns="47625" lIns="95250" rIns="95250" rtlCol="0" tIns="47625">
            <a:spAutoFit/>
          </a:bodyPr>
          <a:lstStyle/>
          <a:p>
            <a:pPr indent="-342900" marL="342900">
              <a:buFont typeface="Arial"/>
              <a:buChar char="•"/>
              <a:defRPr dirty="0" lang="en-US" sz="1400"/>
            </a:pPr>
            <a:r>
              <a:rPr b="0" dirty="0" lang="en-US" sz="1200">
                <a:latin typeface="Arial"/>
              </a:rPr>
              <a:t>Rock, Alternative &amp; Punk, and Metal are the top 3 genres that account for over 77% of all music sales, showing their strong market presence.</a:t>
            </a:r>
          </a:p>
          <a:p>
            <a:pPr indent="-342900" marL="342900">
              <a:buFont typeface="Arial"/>
              <a:buChar char="•"/>
              <a:defRPr dirty="0" lang="en-US" sz="1400"/>
            </a:pPr>
            <a:r>
              <a:rPr b="0" dirty="0" lang="en-US" sz="1200">
                <a:latin typeface="Arial"/>
              </a:rPr>
              <a:t/>
            </a:r>
          </a:p>
          <a:p>
            <a:pPr indent="-342900" marL="342900">
              <a:buFont typeface="Arial"/>
              <a:buChar char="•"/>
              <a:defRPr dirty="0" lang="en-US" sz="1400"/>
            </a:pPr>
            <a:r>
              <a:rPr b="0" dirty="0" lang="en-US" sz="1200">
                <a:latin typeface="Arial"/>
              </a:rPr>
              <a:t>Van Halen is the top-selling artist with 42.57 in total sales.</a:t>
            </a:r>
            <a:endParaRPr b="0" dirty="0" lang="en-US" sz="1200">
              <a:latin typeface="Arial"/>
            </a:endParaRPr>
          </a:p>
        </p:txBody>
      </p:sp>
    </p:spTree>
    <p:extLst>
      <p:ext uri="{5544DB8A-56E0-4C5A-8EDC-747361D31CB9}">
        <p14:creationId xmlns:p14="http://schemas.microsoft.com/office/powerpoint/2010/main" val="1738040361098"/>
      </p:ext>
    </p:extLst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showMasterSp="true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5F5EC31E-B958-4358-8AF9-6E5B42FCE5DE}">
                <a16:creationId xmlns:a16="http://schemas.microsoft.com/office/drawing/2010/main" id="{283C01BB-33C2-4CCC-AE0F-6E654C915BF2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 rot="0">
            <a:off x="684304" y="398011"/>
            <a:ext cx="7030945" cy="521941"/>
          </a:xfrm>
        </p:spPr>
        <p:txBody>
          <a:bodyPr rtlCol="0"/>
          <a:lstStyle/>
          <a:p>
            <a:pPr/>
            <a:r>
              <a:rPr dirty="0" lang="en-US" sz="2400"/>
              <a:t>Albums &amp; Genres purchased together</a:t>
            </a:r>
            <a:endParaRPr dirty="0" lang="en-US" sz="2400"/>
          </a:p>
        </p:txBody>
      </p:sp>
      <p:pic>
        <p:nvPicPr>
          <p:cNvPr id="3" name="Content Placeholder 2">
            <a:extLst>
              <a:ext uri="{A418654F-4583-4FD8-9967-8CC667F978FB}">
                <a16:creationId xmlns:a16="http://schemas.microsoft.com/office/drawing/2010/main" id="{FC3801F2-0777-4669-AA38-688C7FBD8BE5}"/>
              </a:ext>
            </a:extLst>
          </p:cNvPr>
          <p:cNvPicPr>
            <a:picLocks noChangeAspect="true" noGrp="true"/>
          </p:cNvPicPr>
          <p:nvPr>
            <p:ph idx="1"/>
          </p:nvPr>
        </p:nvPicPr>
        <p:blipFill>
          <a:blip r:embed="rId2">
            <a:lum bright="0" contrast="0"/>
            <a:extLst>
              <a:ext uri="{2B1FB94B-DF5C-4D98-8250-F745696E9216}">
                <a14:imgProps xmlns:a14="http://schemas.microsoft.com/office/drawing/2010/main">
                  <a14:imgLayer>
                    <a14:imgEffect>
                      <a14:brightnessContrast bright="0" contrast="0"/>
                    </a14:imgEffect>
                  </a14:imgLayer>
                </a14:imgProps>
              </a:ext>
              <a:ext uri="{CDC13A4F-511C-41DA-90F9-E3B8FEF254BF}">
                <a14:useLocalDpi xmlns:a14="http://schemas.microsoft.com/office/drawing/2010/main" val="0"/>
              </a:ext>
            </a:extLst>
          </a:blip>
          <a:srcRect b="240" l="-440" r="9620" t="-970"/>
          <a:stretch>
            <a:fillRect/>
          </a:stretch>
        </p:blipFill>
        <p:spPr>
          <a:xfrm rot="0">
            <a:off x="4535566" y="1060580"/>
            <a:ext cx="3672039" cy="2378630"/>
          </a:xfrm>
          <a:prstGeom prst="rect">
            <a:avLst/>
          </a:prstGeom>
          <a:noFill/>
          <a:ln cap="flat" w="19050">
            <a:noFill/>
            <a:prstDash val="solid"/>
            <a:round/>
          </a:ln>
          <a:effectLst>
            <a:outerShdw blurRad="50800" dir="2700000" dist="38100">
              <a:srgbClr val="3f3f3f">
                <a:alpha val="100000"/>
                <a:lumMod val="75000"/>
                <a:lumOff val="25000"/>
              </a:srgbClr>
            </a:outerShdw>
          </a:effectLst>
        </p:spPr>
      </p:pic>
      <p:pic>
        <p:nvPicPr>
          <p:cNvPr id="4" name="Image 3">
            <a:extLst>
              <a:ext uri="{58F2FF96-3E5C-4A7E-8F59-E49C1018A40C}">
                <a16:creationId xmlns:a16="http://schemas.microsoft.com/office/drawing/2010/main" id="{FAE93D96-EC40-4E34-B159-A4056645538A}"/>
              </a:ext>
            </a:extLst>
          </p:cNvPr>
          <p:cNvPicPr>
            <a:picLocks noChangeAspect="true"/>
          </p:cNvPicPr>
          <p:nvPr/>
        </p:nvPicPr>
        <p:blipFill>
          <a:blip r:embed="rId3">
            <a:lum bright="0" contrast="0"/>
            <a:extLst>
              <a:ext uri="{B26857E9-BF59-4128-83D9-E0FDA196F159}">
                <a14:imgProps xmlns:a14="http://schemas.microsoft.com/office/drawing/2010/main">
                  <a14:imgLayer>
                    <a14:imgEffect>
                      <a14:brightnessContrast bright="0" contrast="0"/>
                    </a14:imgEffect>
                  </a14:imgLayer>
                </a14:imgProps>
              </a:ext>
              <a:ext uri="{C2C8DA1B-CED2-4D73-B2F3-A1B8B637DEA8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false" flipV="false" rot="0">
            <a:off x="842295" y="1060580"/>
            <a:ext cx="2883332" cy="2378630"/>
          </a:xfrm>
          <a:prstGeom prst="rect">
            <a:avLst/>
          </a:prstGeom>
          <a:noFill/>
          <a:ln cap="flat" w="19050">
            <a:noFill/>
            <a:prstDash val="solid"/>
            <a:round/>
          </a:ln>
          <a:effectLst>
            <a:outerShdw blurRad="50800" dir="2700000" dist="38100">
              <a:srgbClr val="3f3f3f">
                <a:alpha val="100000"/>
                <a:lumMod val="75000"/>
                <a:lumOff val="25000"/>
              </a:srgbClr>
            </a:outerShdw>
          </a:effectLst>
        </p:spPr>
      </p:pic>
      <p:sp>
        <p:nvSpPr>
          <p:cNvPr id="5" name="Text Box 4">
            <a:extLst>
              <a:ext uri="{E0E58660-33A0-4D2D-B9A1-90249AB4F16C}">
                <a16:creationId xmlns:a16="http://schemas.microsoft.com/office/drawing/2010/main" id="{1C7C1040-0BC3-46F9-AC58-DD3E054DD598}"/>
              </a:ext>
            </a:extLst>
          </p:cNvPr>
          <p:cNvSpPr txBox="1"/>
          <p:nvPr/>
        </p:nvSpPr>
        <p:spPr>
          <a:xfrm flipH="false" flipV="false" rot="0">
            <a:off x="1137037" y="3730628"/>
            <a:ext cx="7070569" cy="826579"/>
          </a:xfrm>
          <a:prstGeom prst="rect">
            <a:avLst/>
          </a:prstGeom>
        </p:spPr>
        <p:txBody>
          <a:bodyPr anchor="t" bIns="47625" lIns="95250" rIns="95250" rtlCol="0" tIns="47625">
            <a:spAutoFit/>
          </a:bodyPr>
          <a:lstStyle/>
          <a:p>
            <a:pPr indent="-342900" marL="342900">
              <a:buFont typeface="Arial"/>
              <a:buChar char="•"/>
              <a:defRPr dirty="0" lang="en-US" sz="1400"/>
            </a:pPr>
            <a:r>
              <a:rPr b="0" dirty="0" lang="en-US" sz="1200">
                <a:latin typeface="Arial"/>
              </a:rPr>
              <a:t>Metal and Alternative &amp; Punk are often purchased together with Rock and even with each other, indicating potential overlap in their fan bases.</a:t>
            </a:r>
          </a:p>
          <a:p>
            <a:pPr indent="-342900" marL="342900">
              <a:buFont typeface="Arial"/>
              <a:buChar char="•"/>
              <a:defRPr dirty="0" lang="en-US" sz="1400"/>
            </a:pPr>
            <a:r>
              <a:rPr b="0" dirty="0" lang="en-US" sz="1200">
                <a:latin typeface="Arial"/>
              </a:rPr>
              <a:t>Green Day is a central figure appearing in five of the top ten combinations.</a:t>
            </a:r>
          </a:p>
          <a:p>
            <a:pPr indent="-342900" marL="342900">
              <a:buFont typeface="Arial"/>
              <a:buChar char="•"/>
              <a:defRPr dirty="0" lang="en-US" sz="1400"/>
            </a:pPr>
            <a:r>
              <a:rPr b="0" dirty="0" lang="en-US" sz="1200">
                <a:latin typeface="Arial"/>
              </a:rPr>
              <a:t>Green Day &amp; Led Zeppelin have the highest co-purchase count (24)</a:t>
            </a:r>
            <a:endParaRPr b="0" dirty="0" lang="en-US" sz="1200">
              <a:latin typeface="Arial"/>
            </a:endParaRPr>
          </a:p>
        </p:txBody>
      </p:sp>
      <p:sp>
        <p:nvSpPr>
          <p:cNvPr id="6" name="Text Box 5">
            <a:extLst>
              <a:ext uri="{0E288767-9B03-4DB8-BA7F-A7A01259169B}">
                <a16:creationId xmlns:a16="http://schemas.microsoft.com/office/drawing/2010/main" id="{FA4FDD0B-56B4-4B78-A803-818D297582E5}"/>
              </a:ext>
            </a:extLst>
          </p:cNvPr>
          <p:cNvSpPr txBox="1"/>
          <p:nvPr/>
        </p:nvSpPr>
        <p:spPr>
          <a:xfrm flipH="false" flipV="false">
            <a:off x="4891019" y="3901264"/>
            <a:ext cx="1905000" cy="308552"/>
          </a:xfrm>
          <a:prstGeom prst="rect">
            <a:avLst/>
          </a:prstGeom>
        </p:spPr>
        <p:txBody>
          <a:bodyPr anchor="t" bIns="47625" lIns="95250" rIns="95250" rtlCol="0" tIns="47625">
            <a:spAutoFit/>
          </a:bodyPr>
          <a:lstStyle/>
          <a:p>
            <a:pPr>
              <a:defRPr dirty="0" lang="en-US" sz="1400"/>
            </a:pPr>
            <a:r>
              <a:rPr dirty="0" lang="en-US"/>
              <a:t/>
            </a:r>
            <a:endParaRPr dirty="0" lang="en-US"/>
          </a:p>
        </p:txBody>
      </p:sp>
    </p:spTree>
    <p:extLst>
      <p:ext uri="{920EF116-0469-4EC8-ADA5-285850C02F21}">
        <p14:creationId xmlns:p14="http://schemas.microsoft.com/office/powerpoint/2010/main" val="1738040361099"/>
      </p:ext>
    </p:extLst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showMasterSp="true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76F443AF-C028-468D-BC78-98E1F01BC47D}">
                <a16:creationId xmlns:a16="http://schemas.microsoft.com/office/drawing/2010/main" id="{14181CC0-D92B-476F-B53B-CCC44BB238D8}"/>
              </a:ext>
            </a:extLst>
          </p:cNvPr>
          <p:cNvSpPr>
            <a:spLocks noGrp="true"/>
          </p:cNvSpPr>
          <p:nvPr>
            <p:ph type="title"/>
          </p:nvPr>
        </p:nvSpPr>
        <p:spPr/>
        <p:txBody>
          <a:bodyPr rtlCol="0"/>
          <a:lstStyle/>
          <a:p>
            <a:pPr/>
            <a:r>
              <a:rPr dirty="0" lang="en-US" sz="2400"/>
              <a:t>Average</a:t>
            </a:r>
            <a:r>
              <a:rPr dirty="0" lang="en-US" sz="2400"/>
              <a:t> Total Spent and Average Tracks Purchased Together by country</a:t>
            </a:r>
            <a:endParaRPr dirty="0" lang="en-US" sz="2400"/>
          </a:p>
        </p:txBody>
      </p:sp>
      <p:pic>
        <p:nvPicPr>
          <p:cNvPr id="3" name="Content Placeholder 2">
            <a:extLst>
              <a:ext uri="{ECD2478D-8F56-428E-B5E8-2B8589B0C0F1}">
                <a16:creationId xmlns:a16="http://schemas.microsoft.com/office/drawing/2010/main" id="{A00296D8-3A63-4ADD-99B0-C1BAEDA436C1}"/>
              </a:ext>
            </a:extLst>
          </p:cNvPr>
          <p:cNvPicPr>
            <a:picLocks noChangeAspect="true" noGrp="true"/>
          </p:cNvPicPr>
          <p:nvPr>
            <p:ph idx="1"/>
          </p:nvPr>
        </p:nvPicPr>
        <p:blipFill>
          <a:blip r:embed="rId2">
            <a:lum bright="0" contrast="0"/>
            <a:extLst>
              <a:ext uri="{19E3AD83-C411-4DFB-917F-DFD3753C0A6F}">
                <a14:imgProps xmlns:a14="http://schemas.microsoft.com/office/drawing/2010/main">
                  <a14:imgLayer>
                    <a14:imgEffect>
                      <a14:brightnessContrast bright="0" contrast="0"/>
                    </a14:imgEffect>
                  </a14:imgLayer>
                </a14:imgProps>
              </a:ext>
              <a:ext uri="{30225FD9-2404-4A74-B359-E5872598EFCA}">
                <a14:useLocalDpi xmlns:a14="http://schemas.microsoft.com/office/drawing/2010/main" val="0"/>
              </a:ext>
            </a:extLst>
          </a:blip>
          <a:srcRect b="20" l="0" r="0" t="140"/>
          <a:stretch>
            <a:fillRect/>
          </a:stretch>
        </p:blipFill>
        <p:spPr>
          <a:xfrm rot="0">
            <a:off x="4689224" y="1667246"/>
            <a:ext cx="3767747" cy="2375296"/>
          </a:xfrm>
          <a:prstGeom prst="rect">
            <a:avLst/>
          </a:prstGeom>
          <a:noFill/>
          <a:ln cap="flat" w="11430">
            <a:solidFill>
              <a:srgbClr val="ffffff">
                <a:alpha val="100000"/>
              </a:srgbClr>
            </a:solidFill>
            <a:prstDash val="solid"/>
            <a:round/>
          </a:ln>
          <a:effectLst>
            <a:outerShdw blurRad="50800" dir="2700000" dist="0">
              <a:srgbClr val="5b5b5b">
                <a:alpha val="100000"/>
              </a:srgbClr>
            </a:outerShdw>
          </a:effectLst>
        </p:spPr>
      </p:pic>
      <p:sp>
        <p:nvSpPr>
          <p:cNvPr id="4" name="Text Box 3">
            <a:extLst>
              <a:ext uri="{7FC3432C-6EDA-4ABB-A063-9108B97EC243}">
                <a16:creationId xmlns:a16="http://schemas.microsoft.com/office/drawing/2010/main" id="{DA789F06-160A-4825-95E8-FE74BCF99079}"/>
              </a:ext>
            </a:extLst>
          </p:cNvPr>
          <p:cNvSpPr txBox="1"/>
          <p:nvPr/>
        </p:nvSpPr>
        <p:spPr>
          <a:xfrm flipH="false" flipV="false" rot="0">
            <a:off x="615095" y="1813283"/>
            <a:ext cx="3722817" cy="1923573"/>
          </a:xfrm>
          <a:prstGeom prst="rect">
            <a:avLst/>
          </a:prstGeom>
        </p:spPr>
        <p:txBody>
          <a:bodyPr anchor="t" bIns="47625" lIns="95250" rIns="95250" rtlCol="0" tIns="47625">
            <a:spAutoFit/>
          </a:bodyPr>
          <a:lstStyle/>
          <a:p>
            <a:pPr indent="-342900" marL="342900">
              <a:buFont typeface="Arial"/>
              <a:buChar char="•"/>
              <a:defRPr dirty="0" lang="en-US" sz="1400"/>
            </a:pPr>
            <a:r>
              <a:rPr b="0" dirty="0" lang="en-US" sz="1200">
                <a:latin typeface="Arial"/>
              </a:rPr>
              <a:t>The Czech Republic and Ireland exhibit notably higher spending and track purchases.</a:t>
            </a:r>
          </a:p>
          <a:p>
            <a:pPr indent="-342900" marL="342900">
              <a:buFont typeface="Arial"/>
              <a:buChar char="•"/>
              <a:defRPr dirty="0" lang="en-US" sz="1400"/>
            </a:pPr>
            <a:r>
              <a:rPr b="0" dirty="0" lang="en-US" sz="1200">
                <a:latin typeface="Arial"/>
              </a:rPr>
              <a:t/>
            </a:r>
          </a:p>
          <a:p>
            <a:pPr indent="-342900" marL="342900">
              <a:buFont typeface="Arial"/>
              <a:buChar char="•"/>
              <a:defRPr dirty="0" lang="en-US" sz="1400"/>
            </a:pPr>
            <a:r>
              <a:rPr b="0" dirty="0" lang="en-US" sz="1200">
                <a:latin typeface="Arial"/>
              </a:rPr>
              <a:t> It highlights the potential for market segmentation, as different countries demonstrate distinct spending and purchasing patterns.</a:t>
            </a:r>
          </a:p>
          <a:p>
            <a:pPr indent="-342900" marL="342900">
              <a:buFont typeface="Arial"/>
              <a:buChar char="•"/>
              <a:defRPr dirty="0" lang="en-US" sz="1400"/>
            </a:pPr>
            <a:r>
              <a:rPr b="0" dirty="0" lang="en-US" sz="1200">
                <a:latin typeface="Arial"/>
              </a:rPr>
              <a:t/>
            </a:r>
          </a:p>
          <a:p>
            <a:pPr indent="-342900" marL="342900">
              <a:buFont typeface="Arial"/>
              <a:buChar char="•"/>
              <a:defRPr dirty="0" lang="en-US" sz="1400"/>
            </a:pPr>
            <a:r>
              <a:rPr b="0" dirty="0" lang="en-US" sz="1200">
                <a:latin typeface="Arial"/>
              </a:rPr>
              <a:t>We can cater to the unique characteristics of each market segment.</a:t>
            </a:r>
            <a:endParaRPr b="0" dirty="0" lang="en-US" sz="1200">
              <a:latin typeface="Arial"/>
            </a:endParaRPr>
          </a:p>
        </p:txBody>
      </p:sp>
    </p:spTree>
    <p:extLst>
      <p:ext uri="{3D823BA4-FE43-47B8-AC4B-5FB97565CAB8}">
        <p14:creationId xmlns:p14="http://schemas.microsoft.com/office/powerpoint/2010/main" val="1738040361101"/>
      </p:ext>
    </p:extLst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showMasterSp="true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3801CD94-CCE0-47F1-93D4-5DA4DC6C100D}">
                <a16:creationId xmlns:a16="http://schemas.microsoft.com/office/drawing/2010/main" id="{E6CE96DF-A134-447E-AE7D-2E202C49D09E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 rot="0">
            <a:off x="624087" y="347824"/>
            <a:ext cx="7091162" cy="640241"/>
          </a:xfrm>
        </p:spPr>
        <p:txBody>
          <a:bodyPr rtlCol="0"/>
          <a:lstStyle/>
          <a:p>
            <a:pPr/>
            <a:r>
              <a:rPr dirty="0" lang="en-US" sz="2400"/>
              <a:t>Total spent by country</a:t>
            </a:r>
            <a:endParaRPr dirty="0" lang="en-US" sz="2400"/>
          </a:p>
        </p:txBody>
      </p:sp>
      <p:pic>
        <p:nvPicPr>
          <p:cNvPr id="3" name="Content Placeholder 2">
            <a:extLst>
              <a:ext uri="{7FFBDB8A-EE4A-4B6E-A216-8B997F44C24E}">
                <a16:creationId xmlns:a16="http://schemas.microsoft.com/office/drawing/2010/main" id="{CB611488-67D8-4A3C-B614-12276E9B2411}"/>
              </a:ext>
            </a:extLst>
          </p:cNvPr>
          <p:cNvPicPr>
            <a:picLocks noChangeAspect="true" noGrp="true"/>
          </p:cNvPicPr>
          <p:nvPr>
            <p:ph idx="1"/>
          </p:nvPr>
        </p:nvPicPr>
        <p:blipFill>
          <a:blip r:embed="rId2">
            <a:lum bright="0" contrast="0"/>
            <a:extLst>
              <a:ext uri="{27AA42FE-6DE5-4035-B650-99457201DF66}">
                <a14:imgProps xmlns:a14="http://schemas.microsoft.com/office/drawing/2010/main">
                  <a14:imgLayer>
                    <a14:imgEffect>
                      <a14:brightnessContrast bright="0" contrast="0"/>
                    </a14:imgEffect>
                  </a14:imgLayer>
                </a14:imgProps>
              </a:ext>
              <a:ext uri="{3927A0A8-8493-46CF-B0D7-E88689DEC1DC}">
                <a14:useLocalDpi xmlns:a14="http://schemas.microsoft.com/office/drawing/2010/main" val="0"/>
              </a:ext>
            </a:extLst>
          </a:blip>
          <a:srcRect b="20" l="0" r="0" t="9610"/>
          <a:stretch>
            <a:fillRect/>
          </a:stretch>
        </p:blipFill>
        <p:spPr>
          <a:xfrm rot="0">
            <a:off x="3986603" y="1592665"/>
            <a:ext cx="4279430" cy="2611069"/>
          </a:xfrm>
          <a:prstGeom prst="rect">
            <a:avLst/>
          </a:prstGeom>
          <a:noFill/>
          <a:ln cap="flat" w="19050">
            <a:noFill/>
            <a:prstDash val="solid"/>
            <a:round/>
          </a:ln>
          <a:effectLst>
            <a:outerShdw blurRad="50800" dir="2700000" dist="38100">
              <a:srgbClr val="3f3f3f">
                <a:alpha val="100000"/>
                <a:lumMod val="75000"/>
                <a:lumOff val="25000"/>
              </a:srgbClr>
            </a:outerShdw>
          </a:effectLst>
        </p:spPr>
      </p:pic>
      <p:sp>
        <p:nvSpPr>
          <p:cNvPr id="4" name="Text Box 3">
            <a:extLst>
              <a:ext uri="{D940FF0C-D303-47E0-BADB-50B5FF487000}">
                <a16:creationId xmlns:a16="http://schemas.microsoft.com/office/drawing/2010/main" id="{8AA16CF8-2ED3-41B6-BE9F-8A56C9C20464}"/>
              </a:ext>
            </a:extLst>
          </p:cNvPr>
          <p:cNvSpPr txBox="1"/>
          <p:nvPr/>
        </p:nvSpPr>
        <p:spPr>
          <a:xfrm flipH="false" flipV="false" rot="0">
            <a:off x="383190" y="1602705"/>
            <a:ext cx="1574816" cy="308552"/>
          </a:xfrm>
          <a:prstGeom prst="rect">
            <a:avLst/>
          </a:prstGeom>
        </p:spPr>
        <p:txBody>
          <a:bodyPr anchor="t" bIns="47625" lIns="95250" rIns="95250" rtlCol="0" tIns="47625">
            <a:spAutoFit/>
          </a:bodyPr>
          <a:lstStyle/>
          <a:p>
            <a:pPr>
              <a:defRPr dirty="0" lang="en-US" sz="1400"/>
            </a:pPr>
            <a:r>
              <a:rPr dirty="0" lang="en-US"/>
              <a:t/>
            </a:r>
            <a:endParaRPr dirty="0" lang="en-US"/>
          </a:p>
        </p:txBody>
      </p:sp>
      <p:sp>
        <p:nvSpPr>
          <p:cNvPr id="5" name="Text Box 4">
            <a:extLst>
              <a:ext uri="{23D607D8-7D2C-4561-8897-3174BE3538A0}">
                <a16:creationId xmlns:a16="http://schemas.microsoft.com/office/drawing/2010/main" id="{0076B276-EF02-4811-A4CB-9D174CE495D1}"/>
              </a:ext>
            </a:extLst>
          </p:cNvPr>
          <p:cNvSpPr txBox="1"/>
          <p:nvPr/>
        </p:nvSpPr>
        <p:spPr>
          <a:xfrm flipH="false" flipV="false">
            <a:off x="22891" y="1592667"/>
            <a:ext cx="1905000" cy="308552"/>
          </a:xfrm>
          <a:prstGeom prst="rect">
            <a:avLst/>
          </a:prstGeom>
        </p:spPr>
        <p:txBody>
          <a:bodyPr anchor="t" bIns="47625" lIns="95250" rIns="95250" rtlCol="0" tIns="47625">
            <a:spAutoFit/>
          </a:bodyPr>
          <a:lstStyle/>
          <a:p>
            <a:pPr>
              <a:defRPr dirty="0" lang="en-US" sz="1400"/>
            </a:pPr>
            <a:r>
              <a:rPr dirty="0" lang="en-US"/>
              <a:t/>
            </a:r>
            <a:endParaRPr dirty="0" lang="en-US"/>
          </a:p>
        </p:txBody>
      </p:sp>
      <p:sp>
        <p:nvSpPr>
          <p:cNvPr id="6" name="Text Box 6">
            <a:extLst>
              <a:ext uri="{7F19381C-B6F3-47F5-972D-3376B2C0D9D9}">
                <a16:creationId xmlns:a16="http://schemas.microsoft.com/office/drawing/2010/main" id="{E7D22D89-058B-4FDA-B8CE-C20E24B5A2E6}"/>
              </a:ext>
            </a:extLst>
          </p:cNvPr>
          <p:cNvSpPr txBox="1"/>
          <p:nvPr/>
        </p:nvSpPr>
        <p:spPr>
          <a:xfrm flipH="false" flipV="false" rot="0">
            <a:off x="474573" y="1512617"/>
            <a:ext cx="3512029" cy="460914"/>
          </a:xfrm>
          <a:prstGeom prst="rect">
            <a:avLst/>
          </a:prstGeom>
        </p:spPr>
        <p:txBody>
          <a:bodyPr anchor="t" bIns="47625" lIns="95250" rIns="95250" rtlCol="0" tIns="47625">
            <a:spAutoFit/>
          </a:bodyPr>
          <a:lstStyle/>
          <a:p>
            <a:pPr indent="-342900" marL="342900">
              <a:buFont typeface="Arial"/>
              <a:buChar char="•"/>
              <a:defRPr dirty="0" lang="en-US" sz="1400"/>
            </a:pPr>
            <a:r>
              <a:rPr dirty="0" lang="en-US" sz="1200">
                <a:latin typeface="Lato"/>
              </a:rPr>
              <a:t>The </a:t>
            </a:r>
            <a:r>
              <a:rPr b="1" dirty="0" lang="en-US" sz="1200">
                <a:latin typeface="Lato"/>
              </a:rPr>
              <a:t>USA</a:t>
            </a:r>
            <a:r>
              <a:rPr dirty="0" lang="en-US" sz="1200">
                <a:latin typeface="Lato"/>
              </a:rPr>
              <a:t> leads with the total sales, indicating its significance as the largest market.</a:t>
            </a:r>
            <a:endParaRPr dirty="0" lang="en-US" sz="1200">
              <a:latin typeface="Lato"/>
            </a:endParaRPr>
          </a:p>
        </p:txBody>
      </p:sp>
      <p:sp>
        <p:nvSpPr>
          <p:cNvPr id="7" name="Text Box 8">
            <a:extLst>
              <a:ext uri="{DD2469E8-260E-4794-A9C0-91154FEF2DEB}">
                <a16:creationId xmlns:a16="http://schemas.microsoft.com/office/drawing/2010/main" id="{A4D74839-AF03-41E9-94C6-9E8CC54E2661}"/>
              </a:ext>
            </a:extLst>
          </p:cNvPr>
          <p:cNvSpPr txBox="1"/>
          <p:nvPr/>
        </p:nvSpPr>
        <p:spPr>
          <a:xfrm flipH="false" flipV="false" rot="0">
            <a:off x="472297" y="2435809"/>
            <a:ext cx="3112808" cy="826579"/>
          </a:xfrm>
          <a:prstGeom prst="rect">
            <a:avLst/>
          </a:prstGeom>
        </p:spPr>
        <p:txBody>
          <a:bodyPr anchor="t" bIns="47625" lIns="95250" rIns="95250" rtlCol="0" tIns="47625">
            <a:spAutoFit/>
          </a:bodyPr>
          <a:lstStyle/>
          <a:p>
            <a:pPr indent="-342900" marL="342900">
              <a:buFont typeface="Arial"/>
              <a:buChar char="•"/>
              <a:defRPr dirty="0" lang="en-US" sz="1400"/>
            </a:pPr>
            <a:r>
              <a:rPr b="1" dirty="0" lang="en-US" sz="1200">
                <a:latin typeface="Lato"/>
              </a:rPr>
              <a:t>United Kingdom</a:t>
            </a:r>
            <a:r>
              <a:rPr dirty="0" lang="en-US" sz="1200">
                <a:latin typeface="Lato"/>
              </a:rPr>
              <a:t> (5.2%) and </a:t>
            </a:r>
            <a:r>
              <a:rPr b="1" dirty="0" lang="en-US" sz="1200">
                <a:latin typeface="Lato"/>
              </a:rPr>
              <a:t>Czech Republic</a:t>
            </a:r>
            <a:r>
              <a:rPr dirty="0" lang="en-US" sz="1200">
                <a:latin typeface="Lato"/>
              </a:rPr>
              <a:t> (5.8%) show a balanced share, with potential for further growth.</a:t>
            </a:r>
            <a:endParaRPr dirty="0" lang="en-US" sz="1200">
              <a:latin typeface="Lato"/>
            </a:endParaRPr>
          </a:p>
        </p:txBody>
      </p:sp>
      <p:sp>
        <p:nvSpPr>
          <p:cNvPr id="8" name="Text Box 9">
            <a:extLst>
              <a:ext uri="{82193802-F91B-4206-B38E-3139A617E66C}">
                <a16:creationId xmlns:a16="http://schemas.microsoft.com/office/drawing/2010/main" id="{29EC27A4-9452-4C30-A04B-E5A323476477}"/>
              </a:ext>
            </a:extLst>
          </p:cNvPr>
          <p:cNvSpPr txBox="1"/>
          <p:nvPr/>
        </p:nvSpPr>
        <p:spPr>
          <a:xfrm flipH="false" flipV="false" rot="0">
            <a:off x="474573" y="3570027"/>
            <a:ext cx="2869634" cy="643747"/>
          </a:xfrm>
          <a:prstGeom prst="rect">
            <a:avLst/>
          </a:prstGeom>
        </p:spPr>
        <p:txBody>
          <a:bodyPr anchor="t" bIns="47625" lIns="95250" rIns="95250" rtlCol="0" tIns="47625">
            <a:spAutoFit/>
          </a:bodyPr>
          <a:lstStyle/>
          <a:p>
            <a:pPr indent="-342900" marL="342900">
              <a:buFont typeface="Arial"/>
              <a:buChar char="•"/>
              <a:defRPr dirty="0" lang="en-US" sz="1400"/>
            </a:pPr>
            <a:r>
              <a:rPr dirty="0" lang="en-US" sz="1200">
                <a:latin typeface="Lato"/>
              </a:rPr>
              <a:t>Countries like </a:t>
            </a:r>
            <a:r>
              <a:rPr b="1" dirty="0" lang="en-US" sz="1200">
                <a:latin typeface="Lato"/>
              </a:rPr>
              <a:t>Australia (1.7%)</a:t>
            </a:r>
            <a:r>
              <a:rPr dirty="0" lang="en-US" sz="1200">
                <a:latin typeface="Lato"/>
              </a:rPr>
              <a:t>, </a:t>
            </a:r>
            <a:r>
              <a:rPr b="1" dirty="0" lang="en-US" sz="1200">
                <a:latin typeface="Lato"/>
              </a:rPr>
              <a:t>Norway (1.5%)</a:t>
            </a:r>
            <a:r>
              <a:rPr dirty="0" lang="en-US" sz="1200">
                <a:latin typeface="Lato"/>
              </a:rPr>
              <a:t>, and </a:t>
            </a:r>
            <a:r>
              <a:rPr b="1" dirty="0" lang="en-US" sz="1200">
                <a:latin typeface="Lato"/>
              </a:rPr>
              <a:t>Hungary (1.7%)</a:t>
            </a:r>
            <a:r>
              <a:rPr dirty="0" lang="en-US" sz="1200">
                <a:latin typeface="Lato"/>
              </a:rPr>
              <a:t> represent small portions</a:t>
            </a:r>
            <a:endParaRPr dirty="0" lang="en-US" sz="1200">
              <a:latin typeface="Lato"/>
            </a:endParaRPr>
          </a:p>
        </p:txBody>
      </p:sp>
    </p:spTree>
    <p:extLst>
      <p:ext uri="{0D893A59-15BA-4AB0-BA0D-93321DFDC0E4}">
        <p14:creationId xmlns:p14="http://schemas.microsoft.com/office/powerpoint/2010/main" val="1738040361102"/>
      </p:ext>
    </p:extLst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showMasterSp="true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9F7F4AFD-1F53-4721-AD6D-5524DEC80F1D}">
                <a16:creationId xmlns:a16="http://schemas.microsoft.com/office/drawing/2010/main" id="{5E5964EC-CA6E-4048-AC7B-31D4255CA77F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 rot="0">
            <a:off x="483555" y="347824"/>
            <a:ext cx="6674862" cy="542020"/>
          </a:xfrm>
        </p:spPr>
        <p:txBody>
          <a:bodyPr rtlCol="0"/>
          <a:lstStyle/>
          <a:p>
            <a:pPr/>
            <a:r>
              <a:rPr dirty="0" lang="en-US" sz="2400"/>
              <a:t>Purchase Frequency by country</a:t>
            </a:r>
            <a:endParaRPr dirty="0" lang="en-US" sz="2400"/>
          </a:p>
        </p:txBody>
      </p:sp>
      <p:pic>
        <p:nvPicPr>
          <p:cNvPr id="3" name="Content Placeholder 2">
            <a:extLst>
              <a:ext uri="{6CA23597-FCF8-4779-BFD7-481AE5093874}">
                <a16:creationId xmlns:a16="http://schemas.microsoft.com/office/drawing/2010/main" id="{1183D34F-02B9-4830-BCE9-877F08C4F642}"/>
              </a:ext>
            </a:extLst>
          </p:cNvPr>
          <p:cNvPicPr>
            <a:picLocks noChangeAspect="true" noGrp="true"/>
          </p:cNvPicPr>
          <p:nvPr>
            <p:ph idx="1"/>
          </p:nvPr>
        </p:nvPicPr>
        <p:blipFill>
          <a:blip r:embed="rId2">
            <a:lum bright="0" contrast="0"/>
            <a:extLst>
              <a:ext uri="{BDFCD5F2-1378-4A95-821D-DABB2994CEC9}">
                <a14:imgProps xmlns:a14="http://schemas.microsoft.com/office/drawing/2010/main">
                  <a14:imgLayer>
                    <a14:imgEffect>
                      <a14:brightnessContrast bright="0" contrast="0"/>
                    </a14:imgEffect>
                  </a14:imgLayer>
                </a14:imgProps>
              </a:ext>
              <a:ext uri="{19B7EB91-3433-41B1-9C92-DD5A3F1100A7}">
                <a14:useLocalDpi xmlns:a14="http://schemas.microsoft.com/office/drawing/2010/main" val="0"/>
              </a:ext>
            </a:extLst>
          </a:blip>
          <a:srcRect b="-110" l="210" r="-210" t="7350"/>
          <a:stretch>
            <a:fillRect/>
          </a:stretch>
        </p:blipFill>
        <p:spPr>
          <a:xfrm rot="0">
            <a:off x="5035105" y="1205160"/>
            <a:ext cx="2580408" cy="3157613"/>
          </a:xfrm>
          <a:prstGeom prst="rect">
            <a:avLst/>
          </a:prstGeom>
          <a:noFill/>
          <a:ln cap="flat" w="19050">
            <a:noFill/>
            <a:prstDash val="solid"/>
            <a:round/>
          </a:ln>
          <a:effectLst>
            <a:outerShdw blurRad="50800" dir="2700000" dist="38100">
              <a:srgbClr val="3f3f3f">
                <a:alpha val="100000"/>
                <a:lumMod val="75000"/>
                <a:lumOff val="25000"/>
              </a:srgbClr>
            </a:outerShdw>
          </a:effectLst>
        </p:spPr>
      </p:pic>
      <p:sp>
        <p:nvSpPr>
          <p:cNvPr id="4" name="Text Box 3">
            <a:extLst>
              <a:ext uri="{41053C94-A22B-4D16-956A-248B1ACD5B01}">
                <a16:creationId xmlns:a16="http://schemas.microsoft.com/office/drawing/2010/main" id="{6D15F7AF-9D31-48B8-AFE8-6F3C36D71318}"/>
              </a:ext>
            </a:extLst>
          </p:cNvPr>
          <p:cNvSpPr txBox="1"/>
          <p:nvPr/>
        </p:nvSpPr>
        <p:spPr>
          <a:xfrm flipH="false" flipV="true" rot="0">
            <a:off x="483555" y="3047876"/>
            <a:ext cx="3412712" cy="460914"/>
          </a:xfrm>
          <a:prstGeom prst="rect">
            <a:avLst/>
          </a:prstGeom>
        </p:spPr>
        <p:txBody>
          <a:bodyPr anchor="t" bIns="47625" lIns="95250" rIns="95250" rot="10800000" rtlCol="0" tIns="47625">
            <a:spAutoFit/>
          </a:bodyPr>
          <a:lstStyle/>
          <a:p>
            <a:pPr indent="-342900" marL="342900">
              <a:buFont typeface="Arial"/>
              <a:buChar char="•"/>
              <a:defRPr dirty="0" lang="en-US" sz="1400"/>
            </a:pPr>
            <a:r>
              <a:rPr b="0" dirty="0" lang="en-US" sz="1200">
                <a:latin typeface="Arial"/>
              </a:rPr>
              <a:t>Belgium, Norway, Denmark are likely to be at higher risk of churn.</a:t>
            </a:r>
            <a:endParaRPr b="0" dirty="0" lang="en-US" sz="1200">
              <a:latin typeface="Arial"/>
            </a:endParaRPr>
          </a:p>
        </p:txBody>
      </p:sp>
      <p:sp>
        <p:nvSpPr>
          <p:cNvPr id="5" name="Text Box 4">
            <a:extLst>
              <a:ext uri="{51CAB707-29F2-41F5-9720-7107D766EBCA}">
                <a16:creationId xmlns:a16="http://schemas.microsoft.com/office/drawing/2010/main" id="{CC258C98-41FF-4F6B-82C9-D0E37A3F4E96}"/>
              </a:ext>
            </a:extLst>
          </p:cNvPr>
          <p:cNvSpPr txBox="1"/>
          <p:nvPr/>
        </p:nvSpPr>
        <p:spPr>
          <a:xfrm flipH="false" flipV="false" rot="0">
            <a:off x="483555" y="1371838"/>
            <a:ext cx="4155481" cy="460914"/>
          </a:xfrm>
          <a:prstGeom prst="rect">
            <a:avLst/>
          </a:prstGeom>
        </p:spPr>
        <p:txBody>
          <a:bodyPr anchor="t" bIns="47625" lIns="95250" rIns="95250" rtlCol="0" tIns="47625">
            <a:spAutoFit/>
          </a:bodyPr>
          <a:lstStyle/>
          <a:p>
            <a:pPr indent="-342900" marL="342900">
              <a:buFont typeface="Arial"/>
              <a:buChar char="•"/>
              <a:defRPr dirty="0" lang="en-US" sz="1400"/>
            </a:pPr>
            <a:r>
              <a:rPr dirty="0" lang="en-US" sz="1200"/>
              <a:t>USA, Canada, Brazil </a:t>
            </a:r>
            <a:r>
              <a:rPr dirty="0" lang="en-US" sz="1200">
                <a:latin typeface="Lato"/>
              </a:rPr>
              <a:t>show high purchase frequency with shorter purchase cycles.</a:t>
            </a:r>
            <a:endParaRPr dirty="0" lang="en-US" sz="1200">
              <a:latin typeface="Lato"/>
            </a:endParaRPr>
          </a:p>
        </p:txBody>
      </p:sp>
      <p:sp>
        <p:nvSpPr>
          <p:cNvPr id="6" name="Text Box 5">
            <a:extLst>
              <a:ext uri="{EA70D76A-D79D-4915-9200-1E2D856D34E0}">
                <a16:creationId xmlns:a16="http://schemas.microsoft.com/office/drawing/2010/main" id="{99903360-3A4C-4AA2-B291-D1673C6A9E95}"/>
              </a:ext>
            </a:extLst>
          </p:cNvPr>
          <p:cNvSpPr txBox="1"/>
          <p:nvPr/>
        </p:nvSpPr>
        <p:spPr>
          <a:xfrm flipH="false" flipV="false" rot="0">
            <a:off x="483555" y="2275208"/>
            <a:ext cx="3553234" cy="460914"/>
          </a:xfrm>
          <a:prstGeom prst="rect">
            <a:avLst/>
          </a:prstGeom>
        </p:spPr>
        <p:txBody>
          <a:bodyPr anchor="t" bIns="47625" lIns="95250" rIns="95250" rtlCol="0" tIns="47625">
            <a:spAutoFit/>
          </a:bodyPr>
          <a:lstStyle/>
          <a:p>
            <a:pPr indent="-342900" marL="342900">
              <a:buFont typeface="Arial"/>
              <a:buChar char="•"/>
              <a:defRPr dirty="0" lang="en-US" sz="1400"/>
            </a:pPr>
            <a:r>
              <a:rPr b="1" dirty="0" lang="en-US" sz="1200">
                <a:latin typeface="Lato"/>
              </a:rPr>
              <a:t>European countries</a:t>
            </a:r>
            <a:r>
              <a:rPr dirty="0" lang="en-US" sz="1200">
                <a:latin typeface="Lato"/>
              </a:rPr>
              <a:t> show mixed performance, with promising markets</a:t>
            </a:r>
            <a:endParaRPr dirty="0" lang="en-US" sz="1200">
              <a:latin typeface="Lato"/>
            </a:endParaRPr>
          </a:p>
        </p:txBody>
      </p:sp>
    </p:spTree>
    <p:extLst>
      <p:ext uri="{98E0DC7E-5B88-46D6-94D9-245D2AD5EDC4}">
        <p14:creationId xmlns:p14="http://schemas.microsoft.com/office/powerpoint/2010/main" val="1738040361103"/>
      </p:ext>
    </p:extLst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showMasterSp="true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997DE1E0-FC84-422C-9F0B-C6A5E99577C5}">
                <a16:creationId xmlns:a16="http://schemas.microsoft.com/office/drawing/2010/main" id="{C0B7F3E3-8DC6-40FC-B12B-3D07C34D298E}"/>
              </a:ext>
            </a:extLst>
          </p:cNvPr>
          <p:cNvSpPr>
            <a:spLocks noGrp="true"/>
          </p:cNvSpPr>
          <p:nvPr>
            <p:ph type="title"/>
          </p:nvPr>
        </p:nvSpPr>
        <p:spPr/>
        <p:txBody>
          <a:bodyPr rtlCol="0"/>
          <a:lstStyle/>
          <a:p>
            <a:pPr/>
            <a:r>
              <a:rPr b="1" dirty="0" lang="en-US" sz="2400">
                <a:latin typeface="Arial"/>
              </a:rPr>
              <a:t>Recommendations</a:t>
            </a:r>
            <a:endParaRPr b="1" dirty="0" lang="en-US" sz="2400">
              <a:latin typeface="Arial"/>
            </a:endParaRPr>
          </a:p>
        </p:txBody>
      </p:sp>
      <p:sp>
        <p:nvSpPr>
          <p:cNvPr id="3" name="Content Placeholder 2">
            <a:extLst>
              <a:ext uri="{ACAF4FF0-C1EB-4527-A866-4C779693434C}">
                <a16:creationId xmlns:a16="http://schemas.microsoft.com/office/drawing/2010/main" id="{087F15E3-5EFC-44C8-8BCF-C54A4006EDF2}"/>
              </a:ext>
            </a:extLst>
          </p:cNvPr>
          <p:cNvSpPr>
            <a:spLocks noChangeAspect="false" noGrp="true"/>
          </p:cNvSpPr>
          <p:nvPr>
            <p:ph idx="1"/>
          </p:nvPr>
        </p:nvSpPr>
        <p:spPr/>
        <p:txBody>
          <a:bodyPr rtlCol="0">
            <a:noAutofit/>
          </a:bodyPr>
          <a:lstStyle/>
          <a:p>
            <a:pPr/>
            <a:r>
              <a:rPr dirty="0" lang="en-US" sz="1200">
                <a:latin typeface="Lato"/>
              </a:rPr>
              <a:t>Create a </a:t>
            </a:r>
            <a:r>
              <a:rPr b="1" dirty="0" lang="en-US" sz="1200">
                <a:latin typeface="Lato"/>
              </a:rPr>
              <a:t>monthly subscription box</a:t>
            </a:r>
            <a:r>
              <a:rPr dirty="0" lang="en-US" sz="1200">
                <a:latin typeface="Lato"/>
              </a:rPr>
              <a:t> featuring curated physical music selections (e.g., vinyl, CDs, or cassette bundles).</a:t>
            </a:r>
          </a:p>
          <a:p>
            <a:pPr/>
            <a:r>
              <a:rPr dirty="0" lang="en-US" sz="1200">
                <a:latin typeface="Lato"/>
              </a:rPr>
              <a:t>Collaborate with artists and labels to offer exclusive physical releases.</a:t>
            </a:r>
          </a:p>
          <a:p>
            <a:pPr/>
            <a:r>
              <a:rPr dirty="0" lang="en-US" sz="1200">
                <a:latin typeface="Lato"/>
              </a:rPr>
              <a:t>Identify regional preferences for physical music (e.g., Jazz in Europe, Latin genres in South America) and tailor offerings accordingly.</a:t>
            </a:r>
          </a:p>
          <a:p>
            <a:pPr/>
            <a:r>
              <a:rPr dirty="0" lang="en-US" sz="1200">
                <a:latin typeface="Lato"/>
              </a:rPr>
              <a:t>Introduce </a:t>
            </a:r>
            <a:r>
              <a:rPr b="1" dirty="0" lang="en-US" sz="1200">
                <a:latin typeface="Lato"/>
              </a:rPr>
              <a:t>limited-edition physical albums</a:t>
            </a:r>
            <a:r>
              <a:rPr dirty="0" lang="en-US" sz="1200">
                <a:latin typeface="Lato"/>
              </a:rPr>
              <a:t>, including deluxe box sets, signed editions, or colored vinyl.</a:t>
            </a:r>
          </a:p>
          <a:p>
            <a:pPr/>
            <a:r>
              <a:rPr dirty="0" lang="en-US" sz="1200">
                <a:latin typeface="Lato"/>
              </a:rPr>
              <a:t>Use a mix of online platforms (e.g., Amazon, </a:t>
            </a:r>
            <a:r>
              <a:rPr dirty="0" err="1" lang="en-US" sz="1200">
                <a:latin typeface="Lato"/>
              </a:rPr>
              <a:t>Bandcamp</a:t>
            </a:r>
            <a:r>
              <a:rPr dirty="0" lang="en-US" sz="1200">
                <a:latin typeface="Lato"/>
              </a:rPr>
              <a:t>) and physical retail stores, focusing on independent record stores.</a:t>
            </a:r>
          </a:p>
          <a:p>
            <a:pPr/>
            <a:r>
              <a:rPr dirty="0" lang="en-US" sz="1200">
                <a:latin typeface="Lato"/>
              </a:rPr>
              <a:t>Pair physical albums with branded merchandise.</a:t>
            </a:r>
          </a:p>
          <a:p>
            <a:pPr/>
            <a:r>
              <a:rPr dirty="0" lang="en-US" sz="1200">
                <a:latin typeface="Lato"/>
              </a:rPr>
              <a:t>Develop bundles tailored to seasons or events</a:t>
            </a:r>
            <a:endParaRPr dirty="0" lang="en-US" sz="1200">
              <a:latin typeface="Lato"/>
            </a:endParaRPr>
          </a:p>
        </p:txBody>
      </p:sp>
    </p:spTree>
    <p:extLst>
      <p:ext uri="{5043E002-42E4-40E3-A604-A5489E05B021}">
        <p14:creationId xmlns:p14="http://schemas.microsoft.com/office/powerpoint/2010/main" val="1738040361104"/>
      </p:ext>
    </p:extLst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showMasterSp="true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B77D13A5-647C-46CA-AD06-7E81D1ECE7F1}">
                <a16:creationId xmlns:a16="http://schemas.microsoft.com/office/drawing/2010/main" id="{66547BAF-EEDF-4C44-AC8B-6E618223A467}"/>
              </a:ext>
            </a:extLst>
          </p:cNvPr>
          <p:cNvSpPr>
            <a:spLocks noGrp="true"/>
          </p:cNvSpPr>
          <p:nvPr>
            <p:ph type="title"/>
          </p:nvPr>
        </p:nvSpPr>
        <p:spPr/>
        <p:txBody>
          <a:bodyPr rtlCol="0"/>
          <a:lstStyle/>
          <a:p>
            <a:pPr/>
            <a:r>
              <a:rPr dirty="0" lang="en-US" sz="2800"/>
              <a:t>Conclusion</a:t>
            </a:r>
            <a:endParaRPr dirty="0" lang="en-US" sz="2800"/>
          </a:p>
        </p:txBody>
      </p:sp>
      <p:sp>
        <p:nvSpPr>
          <p:cNvPr id="3" name="Content Placeholder 2">
            <a:extLst>
              <a:ext uri="{81F01485-88D3-4E57-98EF-88076185021B}">
                <a16:creationId xmlns:a16="http://schemas.microsoft.com/office/drawing/2010/main" id="{AF5EAB11-5322-4D70-A66A-447D56A304FB}"/>
              </a:ext>
            </a:extLst>
          </p:cNvPr>
          <p:cNvSpPr>
            <a:spLocks noGrp="true"/>
          </p:cNvSpPr>
          <p:nvPr>
            <p:ph idx="1"/>
          </p:nvPr>
        </p:nvSpPr>
        <p:spPr/>
        <p:txBody>
          <a:bodyPr rtlCol="0">
            <a:normAutofit fontScale="100000" lnSpcReduction="10000"/>
          </a:bodyPr>
          <a:lstStyle/>
          <a:p>
            <a:pPr/>
            <a:r>
              <a:rPr dirty="0" lang="en-US">
                <a:latin typeface="Lato"/>
              </a:rPr>
              <a:t>Prioritize marketing and promotions for top-selling genres like Rock, Jazz, and Pop.</a:t>
            </a:r>
          </a:p>
          <a:p>
            <a:pPr/>
            <a:r>
              <a:rPr dirty="0" lang="en-US">
                <a:latin typeface="Lato"/>
              </a:rPr>
              <a:t>Bundle complementary genres and artists frequently purchased together.</a:t>
            </a:r>
          </a:p>
          <a:p>
            <a:pPr/>
            <a:r>
              <a:rPr dirty="0" lang="en-US">
                <a:latin typeface="Lato"/>
              </a:rPr>
              <a:t>Use targeted campaigns to attract customers who haven’t purchased recently.</a:t>
            </a:r>
          </a:p>
          <a:p>
            <a:pPr/>
            <a:r>
              <a:rPr dirty="0" lang="en-US">
                <a:latin typeface="Lato"/>
              </a:rPr>
              <a:t>Personalized discounts or loyalty rewards could help reduce churn and increase repeat purchases.</a:t>
            </a:r>
          </a:p>
          <a:p>
            <a:pPr/>
            <a:r>
              <a:rPr dirty="0" lang="en-US">
                <a:latin typeface="Lato"/>
              </a:rPr>
              <a:t>Localized marketing strategies targeting high-performing genres in each region can expand Chinook's global footprint.</a:t>
            </a:r>
          </a:p>
          <a:p>
            <a:pPr/>
            <a:r>
              <a:rPr dirty="0" lang="en-US">
                <a:latin typeface="Lato"/>
              </a:rPr>
              <a:t/>
            </a:r>
            <a:endParaRPr dirty="0" lang="en-US">
              <a:latin typeface="Lato"/>
            </a:endParaRPr>
          </a:p>
        </p:txBody>
      </p:sp>
    </p:spTree>
    <p:extLst>
      <p:ext uri="{FF013ACE-14A0-4A3B-A423-8B9E1801536C}">
        <p14:creationId xmlns:p14="http://schemas.microsoft.com/office/powerpoint/2010/main" val="1738040361105"/>
      </p:ext>
    </p:extLst>
  </p:cSld>
  <p:clrMapOvr>
    <a:masterClrMapping/>
  </p:clrMapOvr>
</p:sld>
</file>

<file path=ppt/tags/tag1.xml><?xml version="1.0" encoding="utf-8"?>
<p:tagLs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>
  <p:tag name="fontWeight:3:0:0" val="6"/>
  <p:tag name="fontWeight:2:0:0" val="6"/>
</p:tagLst>
</file>

<file path=ppt/tags/tag2.xml><?xml version="1.0" encoding="utf-8"?>
<p:tagLs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>
  <p:tag name="LAYOUT" val="threePicAndTx"/>
</p:tagLst>
</file>

<file path=ppt/tags/tag3.xml><?xml version="1.0" encoding="utf-8"?>
<p:tagLs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>
  <p:tag name="LAYOUT" val="fourPic"/>
</p:tagLst>
</file>

<file path=ppt/tags/tag4.xml><?xml version="1.0" encoding="utf-8"?>
<p:tagLs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>
  <p:tag name="webfont6" val="Open Sans-demi_bold"/>
</p:tagLst>
</file>

<file path=ppt/theme/_rels/theme1.xml.rels><?xml version="1.0" encoding="UTF-8" standalone="no"?><Relationships xmlns="http://schemas.openxmlformats.org/package/2006/relationships"><Relationship Id="rId1" Target="../media/image1.jpeg" Type="http://schemas.openxmlformats.org/officeDocument/2006/relationships/image"/></Relationships>
</file>

<file path=ppt/theme/_rels/theme2.xml.rels><?xml version="1.0" encoding="UTF-8" standalone="no"?><Relationships xmlns="http://schemas.openxmlformats.org/package/2006/relationships"><Relationship Id="rId1" Target="../media/image1.jpeg" Type="http://schemas.openxmlformats.org/officeDocument/2006/relationships/image"/></Relationships>
</file>

<file path=ppt/theme/theme1.xml><?xml version="1.0" encoding="utf-8"?>
<a:theme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p="http://schemas.openxmlformats.org/presentationml/2006/main" xmlns:r="http://schemas.openxmlformats.org/officeDocument/2006/relationships" xmlns:vt="http://schemas.openxmlformats.org/officeDocument/2006/docPropsVTypes" name="Edgy">
  <a:themeElements>
    <a:clrScheme name="Edgy">
      <a:dk1>
        <a:srgbClr val="000000"/>
      </a:dk1>
      <a:lt1>
        <a:srgbClr val="ffffff"/>
      </a:lt1>
      <a:dk2>
        <a:srgbClr val="071314"/>
      </a:dk2>
      <a:lt2>
        <a:srgbClr val="ecf9fa"/>
      </a:lt2>
      <a:accent1>
        <a:srgbClr val="0961a3"/>
      </a:accent1>
      <a:accent2>
        <a:srgbClr val="54a7da"/>
      </a:accent2>
      <a:accent3>
        <a:srgbClr val="aadafb"/>
      </a:accent3>
      <a:accent4>
        <a:srgbClr val="7bafba"/>
      </a:accent4>
      <a:accent5>
        <a:srgbClr val="8eb7c1"/>
      </a:accent5>
      <a:accent6>
        <a:srgbClr val="1e7c96"/>
      </a:accent6>
      <a:hlink>
        <a:srgbClr val="0070c0"/>
      </a:hlink>
      <a:folHlink>
        <a:srgbClr val="00b0f0"/>
      </a:folHlink>
    </a:clrScheme>
    <a:fontScheme name="Edgy">
      <a:majorFont>
        <a:latin typeface="Cabin"/>
        <a:ea typeface=""/>
        <a:cs typeface=""/>
      </a:majorFont>
      <a:minorFont>
        <a:latin typeface="Open Sans"/>
        <a:ea typeface=""/>
        <a:cs typeface=""/>
      </a:minorFont>
    </a:fontScheme>
    <a:fmtScheme name="Edg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cap="flat" w="9525">
          <a:noFill/>
          <a:prstDash val="solid"/>
        </a:ln>
        <a:ln cap="flat" w="25400">
          <a:solidFill>
            <a:schemeClr val="phClr"/>
          </a:solidFill>
          <a:prstDash val="solid"/>
        </a:ln>
        <a:ln cap="flat"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blipFill dpi="0" rotWithShape="1">
          <a:blip r:embed="rId1">
            <a:duotone>
              <a:schemeClr val="phClr">
                <a:shade val="10000"/>
                <a:satMod val="400000"/>
              </a:schemeClr>
              <a:schemeClr val="phClr">
                <a:tint val="90000"/>
                <a:satMod val="200000"/>
              </a:schemeClr>
            </a:duotone>
          </a:blip>
          <a:tile algn="tl" sx="100000" sy="100000" tx="0" ty="0"/>
        </a:blip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60000"/>
                <a:satMod val="200000"/>
              </a:schemeClr>
            </a:gs>
          </a:gsLst>
          <a:path path="circle">
            <a:fillToRect b="50000" l="50000" r="50000" t="50000"/>
          </a:path>
        </a:gradFill>
      </a:bgFillStyleLst>
    </a:fmtScheme>
  </a:themeElements>
  <a:objectDefaults>
    <a:spDef>
      <a:spPr/>
      <a:bodyPr anchor="ctr" rtlCol="0"/>
      <a:lstStyle>
        <a:lvl1pPr algn="ctr" lvl="0"/>
      </a:lstStyle>
      <a:style>
        <a:lnRef idx="0"/>
        <a:fillRef idx="1">
          <a:schemeClr val="accent1"/>
        </a:fillRef>
        <a:effectRef idx="0">
          <a:schemeClr val="accent1"/>
        </a:effectRef>
        <a:fontRef idx="none"/>
      </a:style>
    </a:spDef>
    <a:lnDef>
      <a:spPr>
        <a:ln cap="flat" w="19050">
          <a:solidFill>
            <a:schemeClr val="accent1">
              <a:lumMod val="75000"/>
            </a:schemeClr>
          </a:solidFill>
          <a:prstDash val="solid"/>
          <a:round/>
        </a:ln>
      </a:spPr>
      <a:bodyPr anchor="ctr" rtlCol="0"/>
      <a:lstStyle>
        <a:lvl1pPr algn="ctr" lvl="0"/>
      </a:lstStyle>
    </a:lnDef>
  </a:objectDefaults>
  <a:extraClrSchemeLst/>
</a:theme>
</file>

<file path=ppt/theme/theme2.xml><?xml version="1.0" encoding="utf-8"?>
<a:theme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p="http://schemas.openxmlformats.org/presentationml/2006/main" xmlns:r="http://schemas.openxmlformats.org/officeDocument/2006/relationships" xmlns:vt="http://schemas.openxmlformats.org/officeDocument/2006/docPropsVTypes" name="Edgy">
  <a:themeElements>
    <a:clrScheme name="Edgy">
      <a:dk1>
        <a:srgbClr val="000000"/>
      </a:dk1>
      <a:lt1>
        <a:srgbClr val="ffffff"/>
      </a:lt1>
      <a:dk2>
        <a:srgbClr val="071314"/>
      </a:dk2>
      <a:lt2>
        <a:srgbClr val="ecf9fa"/>
      </a:lt2>
      <a:accent1>
        <a:srgbClr val="0961a3"/>
      </a:accent1>
      <a:accent2>
        <a:srgbClr val="54a7da"/>
      </a:accent2>
      <a:accent3>
        <a:srgbClr val="aadafb"/>
      </a:accent3>
      <a:accent4>
        <a:srgbClr val="7bafba"/>
      </a:accent4>
      <a:accent5>
        <a:srgbClr val="8eb7c1"/>
      </a:accent5>
      <a:accent6>
        <a:srgbClr val="1e7c96"/>
      </a:accent6>
      <a:hlink>
        <a:srgbClr val="0070c0"/>
      </a:hlink>
      <a:folHlink>
        <a:srgbClr val="00b0f0"/>
      </a:folHlink>
    </a:clrScheme>
    <a:fontScheme name="Edgy">
      <a:majorFont>
        <a:latin typeface="Cabin"/>
        <a:ea typeface=""/>
        <a:cs typeface=""/>
      </a:majorFont>
      <a:minorFont>
        <a:latin typeface="Open Sans"/>
        <a:ea typeface=""/>
        <a:cs typeface=""/>
      </a:minorFont>
    </a:fontScheme>
    <a:fmtScheme name="Edg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cap="flat" w="9525">
          <a:noFill/>
          <a:prstDash val="solid"/>
        </a:ln>
        <a:ln cap="flat" w="25400">
          <a:solidFill>
            <a:schemeClr val="phClr"/>
          </a:solidFill>
          <a:prstDash val="solid"/>
        </a:ln>
        <a:ln cap="flat"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blipFill dpi="0" rotWithShape="1">
          <a:blip r:embed="rId1">
            <a:duotone>
              <a:schemeClr val="phClr">
                <a:shade val="10000"/>
                <a:satMod val="400000"/>
              </a:schemeClr>
              <a:schemeClr val="phClr">
                <a:tint val="90000"/>
                <a:satMod val="200000"/>
              </a:schemeClr>
            </a:duotone>
          </a:blip>
          <a:tile algn="tl" sx="100000" sy="100000" tx="0" ty="0"/>
        </a:blip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60000"/>
                <a:satMod val="200000"/>
              </a:schemeClr>
            </a:gs>
          </a:gsLst>
          <a:path path="circle">
            <a:fillToRect b="50000" l="50000" r="50000" t="50000"/>
          </a:path>
        </a:gradFill>
      </a:bgFillStyleLst>
    </a:fmtScheme>
  </a:themeElements>
  <a:objectDefaults>
    <a:spDef>
      <a:spPr/>
      <a:bodyPr anchor="ctr" rtlCol="0"/>
      <a:lstStyle>
        <a:lvl1pPr algn="ctr" lvl="0"/>
      </a:lstStyle>
      <a:style>
        <a:lnRef idx="0"/>
        <a:fillRef idx="1">
          <a:schemeClr val="accent1"/>
        </a:fillRef>
        <a:effectRef idx="0">
          <a:schemeClr val="accent1"/>
        </a:effectRef>
        <a:fontRef idx="none"/>
      </a:style>
    </a:spDef>
    <a:lnDef>
      <a:spPr>
        <a:ln cap="flat" w="19050">
          <a:solidFill>
            <a:schemeClr val="accent1">
              <a:lumMod val="75000"/>
            </a:schemeClr>
          </a:solidFill>
          <a:prstDash val="solid"/>
          <a:round/>
        </a:ln>
      </a:spPr>
      <a:bodyPr anchor="ctr" rtlCol="0"/>
      <a:lstStyle>
        <a:lvl1pPr algn="ctr" lvl="0"/>
      </a:lstStyle>
    </a:lnDef>
  </a:objectDefaults>
  <a:extraClrSchemeLst/>
</a:theme>
</file>

<file path=docProps/app.xml><?xml version="1.0" encoding="utf-8"?>
<properties:Properties xmlns:properties="http://schemas.openxmlformats.org/officeDocument/2006/extended-properties" xmlns:vt="http://schemas.openxmlformats.org/officeDocument/2006/docPropsVTypes">
  <properties:AppVersion>3.0000</properties:AppVersion>
  <properties:ScaleCrop>false</properties:ScaleCrop>
  <properties:Company>Company</properties:Company>
  <properties:LinksUpToDate>false</properties:LinksUpToDate>
  <properties:HyperlinksChanged>false</properties:HyperlinksChanged>
  <properties:PresentationFormat>On-Screen Show (4:3)</properties:PresentationFormat>
  <properties:Application>Zoho Show</properties:Application>
  <properties:SharedDoc>false</properties:SharedDoc>
</properties: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Slide 1</dc:title>
  <cp:revision>1</cp:revision>
  <dc:creator/>
  <cp:lastModifiedBy/>
  <dcterms:created xsi:type="dcterms:W3CDTF">2025-01-21T07:00:19Z</dcterms:created>
  <dcterms:modified xsi:type="dcterms:W3CDTF">2025-01-22T05:32:36Z</dcterms:modified>
</cp:coreProperties>
</file>